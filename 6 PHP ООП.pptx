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77" r:id="rId7"/>
    <p:sldId id="262" r:id="rId8"/>
    <p:sldId id="263" r:id="rId9"/>
    <p:sldId id="264" r:id="rId10"/>
    <p:sldId id="273" r:id="rId11"/>
    <p:sldId id="261" r:id="rId12"/>
    <p:sldId id="265" r:id="rId13"/>
    <p:sldId id="266" r:id="rId14"/>
    <p:sldId id="267" r:id="rId15"/>
    <p:sldId id="268" r:id="rId16"/>
    <p:sldId id="271" r:id="rId17"/>
    <p:sldId id="269" r:id="rId18"/>
    <p:sldId id="272" r:id="rId19"/>
    <p:sldId id="270" r:id="rId20"/>
    <p:sldId id="274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75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0DA6A-1DED-4C1F-B9FA-280479D7D643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425CB6-965D-4B52-BF89-44EDAFE87A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45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B1E9-A0AC-4B5F-AF16-B4756E9B806E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04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176E3-E3CF-4A64-BEA7-381D2BEEF9B2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36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3C7A9-15D9-4363-813E-0A325F05BFE2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01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E4696-330B-4E6E-9B10-9F8C34715D5D}" type="datetime1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95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65E31-6293-40CF-B1B1-EF81E337DB93}" type="datetime1">
              <a:rPr lang="ru-RU" smtClean="0"/>
              <a:t>07.02.2026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40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CEF83-8BEC-46CC-9F67-EDBF509E2F8E}" type="datetime1">
              <a:rPr lang="ru-RU" smtClean="0"/>
              <a:t>07.02.2026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96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E27C9-CDED-4655-B774-8CC2A6DBFE75}" type="datetime1">
              <a:rPr lang="ru-RU" smtClean="0"/>
              <a:t>07.02.2026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023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9EBB-B98D-4AB0-99D8-5B43AEC70D4C}" type="datetime1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35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F993-2597-471B-B2F3-50433C9A3A5B}" type="datetime1">
              <a:rPr lang="ru-RU" smtClean="0"/>
              <a:t>07.02.2026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48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CFD3-756D-482C-952E-8655ECB08360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94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262C-10EA-48E9-9851-D02E5751D6C2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0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6C181-8164-448E-BA2E-9FC334BA8AEC}" type="datetime1">
              <a:rPr lang="ru-RU" smtClean="0"/>
              <a:t>07.02.2026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DB480-83DC-494B-B2CD-1394640C5F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06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mu/ru/php/book/oo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Объектно-ориентированное программирование </a:t>
            </a:r>
            <a:r>
              <a:rPr lang="en-US" b="1" dirty="0" smtClean="0"/>
              <a:t>PHP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17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Принципы ООП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Инкапсуляция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Наследование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Полиморфизм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Абстракция</a:t>
            </a:r>
          </a:p>
          <a:p>
            <a:pPr marL="0" indent="0">
              <a:buNone/>
            </a:pPr>
            <a:r>
              <a:rPr lang="ru-RU" dirty="0" smtClean="0"/>
              <a:t>В PHP ООП появилось в версии 5 и значительно улучшено в PHP 7/8.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32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Заготовка приложения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Создайте папку проекта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В терминале запустите команду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composer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Код в </a:t>
            </a:r>
            <a:r>
              <a:rPr lang="en-US" dirty="0" err="1" smtClean="0"/>
              <a:t>composer.json</a:t>
            </a:r>
            <a:endParaRPr lang="en-US" dirty="0" smtClean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autoload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"psr-4":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"App\\": "app/"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  }    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52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Заготовка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ru-RU" dirty="0" smtClean="0"/>
              <a:t>Создайте файл </a:t>
            </a:r>
            <a:r>
              <a:rPr lang="en-US" dirty="0" err="1" smtClean="0"/>
              <a:t>User.php</a:t>
            </a:r>
            <a:r>
              <a:rPr lang="en-US" dirty="0" smtClean="0"/>
              <a:t> </a:t>
            </a:r>
            <a:r>
              <a:rPr lang="ru-RU" dirty="0" smtClean="0"/>
              <a:t>в папке </a:t>
            </a:r>
            <a:r>
              <a:rPr lang="en-US" dirty="0" smtClean="0"/>
              <a:t>app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namespace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App;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class User 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$name =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Олег"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$age;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public function greet() 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return "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Привет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я " . $this-&gt;name;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12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Заготовка 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ru-RU" dirty="0" smtClean="0"/>
              <a:t>Файл </a:t>
            </a:r>
            <a:r>
              <a:rPr lang="en-US" dirty="0" err="1" smtClean="0"/>
              <a:t>index.php</a:t>
            </a:r>
            <a:r>
              <a:rPr lang="en-US" dirty="0" smtClean="0"/>
              <a:t> </a:t>
            </a:r>
            <a:r>
              <a:rPr lang="ru-RU" dirty="0" smtClean="0"/>
              <a:t>в корне проекта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&lt;?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require_once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('./vendor/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autoload.php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Use App\User;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Создание объекта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user1 = new User();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$user1-&gt;name =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Анна";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echo $user1-&gt;greet(); //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Привет, я Анна"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ru-RU" dirty="0" smtClean="0"/>
              <a:t>Установите расширение </a:t>
            </a:r>
            <a:r>
              <a:rPr lang="en-US" dirty="0" err="1" smtClean="0"/>
              <a:t>phpServer</a:t>
            </a:r>
            <a:r>
              <a:rPr lang="en-US" dirty="0" smtClean="0"/>
              <a:t> </a:t>
            </a:r>
            <a:r>
              <a:rPr lang="ru-RU" dirty="0" smtClean="0"/>
              <a:t>в </a:t>
            </a:r>
            <a:r>
              <a:rPr lang="en-US" dirty="0" err="1" smtClean="0"/>
              <a:t>VSCode</a:t>
            </a:r>
            <a:r>
              <a:rPr lang="ru-RU" dirty="0" smtClean="0"/>
              <a:t> и запустите приложение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46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Базовые понятия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Класс </a:t>
            </a:r>
            <a:r>
              <a:rPr lang="ru-RU" dirty="0"/>
              <a:t>(Шаблон): Определяет, какие данные (поля/свойства) и функции (методы/поведение) будут у объектов. Сам по себе класс — это абстракция, не занимающая места в памяти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Объект (Экземпляр): Реальная сущность с конкретными значениями полей. Класс может использоваться для создания множества объектов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$this – </a:t>
            </a:r>
            <a:r>
              <a:rPr lang="ru-RU" dirty="0" smtClean="0"/>
              <a:t>обращение к будущему объекту, контекст будущего объекта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1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Конструктор и деструктор класса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8441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User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$name;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$email;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function __construct($name,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$age)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$this-&gt;name 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$name;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$this-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&gt;email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$age;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echo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Пользователь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создан: 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name\n";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function __destruct()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echo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Пользователь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удалён: 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this-&gt;name\n";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7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Конструктор </a:t>
            </a:r>
            <a:r>
              <a:rPr lang="en-US" b="1" dirty="0" smtClean="0"/>
              <a:t>PHP 8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User {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function __</a:t>
            </a: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construct(</a:t>
            </a:r>
          </a:p>
          <a:p>
            <a:pPr marL="914400" lvl="2" indent="0">
              <a:buNone/>
            </a:pP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$name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endParaRPr lang="en-US" sz="2600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26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$email</a:t>
            </a:r>
          </a:p>
          <a:p>
            <a:pPr marL="914400" lvl="2" indent="0">
              <a:buNone/>
            </a:pP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{}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2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Наследование </a:t>
            </a:r>
            <a:r>
              <a:rPr lang="en-US" b="1" dirty="0" smtClean="0"/>
              <a:t>extends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User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код с предыдущих слайдов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User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function learn()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echo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Я учусь!";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new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Student("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Олег", 18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$student -&gt;greet();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Привет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я </a:t>
            </a:r>
            <a:r>
              <a:rPr lang="ru-RU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Олег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$student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-&gt;learn();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ru-RU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Я учусь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54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Переопределение </a:t>
            </a:r>
            <a:r>
              <a:rPr lang="ru-RU" b="1" dirty="0" err="1" smtClean="0"/>
              <a:t>конструтора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extends User {</a:t>
            </a:r>
          </a:p>
          <a:p>
            <a:pPr marL="457200" lvl="1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group;</a:t>
            </a:r>
          </a:p>
          <a:p>
            <a:pPr marL="457200" lvl="1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__construct($name, $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$group)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parent::__construct(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$name, $age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$this-&gt;group = $group;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92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Модификаторы доступа (инкапсуляция)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/>
              <a:t>public</a:t>
            </a:r>
            <a:r>
              <a:rPr lang="ru-RU" dirty="0" smtClean="0"/>
              <a:t> — доступ из любого места</a:t>
            </a:r>
          </a:p>
          <a:p>
            <a:pPr marL="0" indent="0">
              <a:buNone/>
            </a:pPr>
            <a:r>
              <a:rPr lang="ru-RU" dirty="0" err="1" smtClean="0"/>
              <a:t>protected</a:t>
            </a:r>
            <a:r>
              <a:rPr lang="ru-RU" dirty="0" smtClean="0"/>
              <a:t> — только внутри класса и наследниках</a:t>
            </a:r>
          </a:p>
          <a:p>
            <a:pPr marL="0" indent="0">
              <a:buNone/>
            </a:pPr>
            <a:r>
              <a:rPr lang="ru-RU" dirty="0" err="1" smtClean="0"/>
              <a:t>private</a:t>
            </a:r>
            <a:r>
              <a:rPr lang="ru-RU" dirty="0" smtClean="0"/>
              <a:t> — только внутри класса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6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Геттеры и сеттеры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User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string age;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9535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function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setAge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($value):void</a:t>
            </a:r>
          </a:p>
          <a:p>
            <a:pPr marL="89535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8953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if($age&gt;=0  &amp;&amp; $age  &lt;=150){</a:t>
            </a:r>
          </a:p>
          <a:p>
            <a:pPr marL="89535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$this-&gt;group = $value;</a:t>
            </a:r>
          </a:p>
          <a:p>
            <a:pPr marL="8953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9535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89535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function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getAge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():string</a:t>
            </a:r>
          </a:p>
          <a:p>
            <a:pPr marL="89535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9535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return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возраст -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$this-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group";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9535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62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Абстрактктный</a:t>
            </a:r>
            <a:r>
              <a:rPr lang="ru-RU" b="1" dirty="0" smtClean="0"/>
              <a:t> класс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код с предыдущих слайдов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user1 = new User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(…);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//error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64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Абстрактные методы (абстракция)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abstract class User{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//…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//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Обязательно реализовать в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наследнике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 public function live();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extends User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//…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function live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Я - живой!";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21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Полиморфизм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79418"/>
            <a:ext cx="10515600" cy="498763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abstract class User{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 public function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whoIs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extends User 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public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whoIs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студент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Teacher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extends User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public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whoIs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учитель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096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Цепочка методов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extends User {</a:t>
            </a:r>
          </a:p>
          <a:p>
            <a:pPr marL="0" indent="0">
              <a:buNone/>
            </a:pPr>
            <a:r>
              <a:rPr lang="en-US" sz="5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array $marks = []</a:t>
            </a:r>
          </a:p>
          <a:p>
            <a:pPr marL="0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5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5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addMark</a:t>
            </a: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5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 $mark): self</a:t>
            </a:r>
          </a:p>
          <a:p>
            <a:pPr marL="457200" lvl="1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457200" lvl="1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$this-&gt;marks[] = $mark;</a:t>
            </a:r>
          </a:p>
          <a:p>
            <a:pPr marL="457200" lvl="1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return $this;</a:t>
            </a:r>
          </a:p>
          <a:p>
            <a:pPr marL="457200" lvl="1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5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ru-RU" sz="5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5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5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05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Цепочка методов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501534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extends User {</a:t>
            </a:r>
          </a:p>
          <a:p>
            <a:pPr marL="0" indent="0">
              <a:buNone/>
            </a:pP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resultMark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(): string</a:t>
            </a:r>
          </a:p>
          <a:p>
            <a:pPr marL="457200" lvl="1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457200" lvl="1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$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array_sum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($this-&gt;marks) / count($this-&gt;marks);    </a:t>
            </a:r>
          </a:p>
          <a:p>
            <a:pPr marL="457200" lvl="1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$result = match (true) {</a:t>
            </a:r>
          </a:p>
          <a:p>
            <a:pPr marL="457200" lvl="1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&lt; 3 =&gt; "</a:t>
            </a: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неуд",</a:t>
            </a:r>
          </a:p>
          <a:p>
            <a:pPr marL="457200" lvl="1" indent="0">
              <a:buNone/>
            </a:pP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&lt; 3.5 =&gt; "</a:t>
            </a:r>
            <a:r>
              <a:rPr lang="ru-RU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удовл</a:t>
            </a: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&lt; 4.5 =&gt; "</a:t>
            </a: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хорошо",</a:t>
            </a:r>
          </a:p>
          <a:p>
            <a:pPr marL="457200" lvl="1" indent="0">
              <a:buNone/>
            </a:pP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9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 &gt;= 4.5 =&gt; "</a:t>
            </a: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отлично",</a:t>
            </a:r>
          </a:p>
          <a:p>
            <a:pPr marL="457200" lvl="1" indent="0">
              <a:buNone/>
            </a:pP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};</a:t>
            </a:r>
          </a:p>
          <a:p>
            <a:pPr marL="457200" lvl="1" indent="0">
              <a:buNone/>
            </a:pPr>
            <a:r>
              <a:rPr lang="ru-RU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return $result;</a:t>
            </a:r>
          </a:p>
          <a:p>
            <a:pPr marL="457200" lvl="1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ru-RU" sz="9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9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9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410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Цепочка методов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$student1 = new Student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Олег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", 23);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$student1-&gt;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($student1-&gt;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resultMark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print_r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student1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-&gt;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addMark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-&gt;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addMark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-&gt;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addMark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-&gt;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addMark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-&gt;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resultMark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ru-RU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76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Read-only </a:t>
            </a:r>
            <a:r>
              <a:rPr lang="ru-RU" b="1" dirty="0" smtClean="0"/>
              <a:t>свойство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 extends User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$nick;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function __construct(string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$nick)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$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&gt;nick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$nick;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$student1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new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Student("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Ник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var_dump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($test-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&gt;nick);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string(3) "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Ник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68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Константы классов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40873"/>
            <a:ext cx="10515600" cy="473609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extends User {</a:t>
            </a:r>
          </a:p>
          <a:p>
            <a:pPr marL="0" indent="0">
              <a:buNone/>
            </a:pP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80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8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FIVE </a:t>
            </a:r>
            <a:r>
              <a:rPr lang="en-US" sz="8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4.5;</a:t>
            </a:r>
          </a:p>
          <a:p>
            <a:pPr marL="0" indent="0">
              <a:buNone/>
            </a:pP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80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FOUR </a:t>
            </a:r>
            <a:r>
              <a:rPr lang="en-US" sz="8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3.5;</a:t>
            </a:r>
          </a:p>
          <a:p>
            <a:pPr marL="0" indent="0">
              <a:buNone/>
            </a:pP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80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THREE </a:t>
            </a:r>
            <a:r>
              <a:rPr lang="en-US" sz="8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3;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	public function </a:t>
            </a:r>
            <a:r>
              <a:rPr lang="en-US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resultMark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(): string</a:t>
            </a:r>
          </a:p>
          <a:p>
            <a:pPr marL="457200" lvl="1" indent="0">
              <a:buNone/>
            </a:pP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 marL="457200" lvl="1" indent="0">
              <a:buNone/>
            </a:pP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$</a:t>
            </a:r>
            <a:r>
              <a:rPr lang="en-US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array_sum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($this-&gt;marks) / count($this-&gt;marks);    </a:t>
            </a:r>
          </a:p>
          <a:p>
            <a:pPr marL="457200" lvl="1" indent="0">
              <a:buNone/>
            </a:pP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$result = match (true) {</a:t>
            </a:r>
          </a:p>
          <a:p>
            <a:pPr marL="457200" lvl="1" indent="0">
              <a:buNone/>
            </a:pP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self::THREE 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=&gt; "</a:t>
            </a: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неуд",</a:t>
            </a:r>
          </a:p>
          <a:p>
            <a:pPr marL="457200" lvl="1" indent="0">
              <a:buNone/>
            </a:pP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8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::FOUR 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=&gt; "</a:t>
            </a:r>
            <a:r>
              <a:rPr lang="ru-RU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удовл</a:t>
            </a: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8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::FIVE 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=&gt; "</a:t>
            </a: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хорошо",</a:t>
            </a:r>
          </a:p>
          <a:p>
            <a:pPr marL="457200" lvl="1" indent="0">
              <a:buNone/>
            </a:pP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$</a:t>
            </a:r>
            <a:r>
              <a:rPr lang="en-US" sz="8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8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80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self::FIVE 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=&gt; "</a:t>
            </a: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отлично",</a:t>
            </a:r>
          </a:p>
          <a:p>
            <a:pPr marL="457200" lvl="1" indent="0">
              <a:buNone/>
            </a:pP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};</a:t>
            </a:r>
          </a:p>
          <a:p>
            <a:pPr marL="457200" lvl="1" indent="0">
              <a:buNone/>
            </a:pP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return $result;</a:t>
            </a:r>
          </a:p>
          <a:p>
            <a:pPr marL="457200" lvl="1" indent="0">
              <a:buNone/>
            </a:pPr>
            <a:r>
              <a:rPr lang="en-US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    }	</a:t>
            </a:r>
            <a:endParaRPr lang="ru-RU" sz="8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8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8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75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Интерфейсы (контракт)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Интерфейс описывает контракт, который класс должен </a:t>
            </a:r>
            <a:r>
              <a:rPr lang="ru-RU" dirty="0" smtClean="0"/>
              <a:t>выполнить, т.е. описывает все необходимые методы без реализации.</a:t>
            </a:r>
            <a:endParaRPr lang="ru-RU" dirty="0"/>
          </a:p>
          <a:p>
            <a:r>
              <a:rPr lang="ru-RU" dirty="0"/>
              <a:t>Содержит объявления методов без реализации.</a:t>
            </a:r>
          </a:p>
          <a:p>
            <a:pPr marL="0" indent="0">
              <a:buNone/>
            </a:pPr>
            <a:r>
              <a:rPr lang="ru-RU" dirty="0" smtClean="0"/>
              <a:t>Преимущества:</a:t>
            </a:r>
          </a:p>
          <a:p>
            <a:r>
              <a:rPr lang="ru-RU" b="1" dirty="0"/>
              <a:t>Стандартизация:</a:t>
            </a:r>
            <a:r>
              <a:rPr lang="ru-RU" dirty="0"/>
              <a:t> Единый контракт для разных классов.</a:t>
            </a:r>
          </a:p>
          <a:p>
            <a:r>
              <a:rPr lang="ru-RU" b="1" dirty="0"/>
              <a:t>Гибкость:</a:t>
            </a:r>
            <a:r>
              <a:rPr lang="ru-RU" dirty="0"/>
              <a:t> Классы могут реализовывать несколько интерфейсов.</a:t>
            </a:r>
          </a:p>
          <a:p>
            <a:r>
              <a:rPr lang="ru-RU" b="1" dirty="0"/>
              <a:t>Тестирование:</a:t>
            </a:r>
            <a:r>
              <a:rPr lang="ru-RU" dirty="0"/>
              <a:t> Упрощает </a:t>
            </a:r>
            <a:r>
              <a:rPr lang="ru-RU" dirty="0" smtClean="0"/>
              <a:t>тестирование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210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Интерфейсы (контракт)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FigureInterface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public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getSquare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getPerimeter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349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Интерфейсы (контракт)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97565" y="1542553"/>
            <a:ext cx="5622235" cy="46344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Rectangle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implements Figure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private $a;	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function __construct($a)	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$this-&gt;a = $a;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	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function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getSquare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$this-&gt;a * $this-&gt;a;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	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function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getPerimeter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4 * $this-&gt;a;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172199" y="1470991"/>
            <a:ext cx="5794513" cy="52504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Circle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implements Figure</a:t>
            </a: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private $r;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__construct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($r)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this-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&gt;r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$r;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getSquare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pi()*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$this-&gt;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r**2;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getPerimeter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ru-RU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 pi()* $this-&gt;r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1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Интерфейсы (контракт)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A { public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 { public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C implements A, B { ... 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903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Интерфейсы (контракт)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{ public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B { public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class 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 public function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methodC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(){…}; }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 extends C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implements A, B { ... 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671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Трейты</a:t>
            </a:r>
            <a:r>
              <a:rPr lang="ru-RU" b="1" dirty="0"/>
              <a:t> (</a:t>
            </a:r>
            <a:r>
              <a:rPr lang="en-US" b="1" dirty="0"/>
              <a:t>Traits)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 smtClean="0"/>
              <a:t>Трейты</a:t>
            </a:r>
            <a:r>
              <a:rPr lang="ru-RU" dirty="0" smtClean="0"/>
              <a:t> </a:t>
            </a:r>
            <a:r>
              <a:rPr lang="ru-RU" dirty="0"/>
              <a:t>— это механизм повторного использования кода в </a:t>
            </a:r>
            <a:r>
              <a:rPr lang="ru-RU" dirty="0" smtClean="0"/>
              <a:t>PHP, своего рода, решение проблемы множественного </a:t>
            </a:r>
            <a:r>
              <a:rPr lang="ru-RU" dirty="0" err="1" smtClean="0"/>
              <a:t>насследования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Включаются </a:t>
            </a:r>
            <a:r>
              <a:rPr lang="ru-RU" dirty="0"/>
              <a:t>в класс через ключевое слово </a:t>
            </a:r>
            <a:r>
              <a:rPr lang="ru-RU" dirty="0" err="1"/>
              <a:t>use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Ограничения:</a:t>
            </a:r>
            <a:endParaRPr lang="ru-RU" dirty="0"/>
          </a:p>
          <a:p>
            <a:r>
              <a:rPr lang="ru-RU" dirty="0"/>
              <a:t>    Не могут содержать константы.</a:t>
            </a:r>
          </a:p>
          <a:p>
            <a:r>
              <a:rPr lang="ru-RU" dirty="0"/>
              <a:t>    Конфликты имён при использовании нескольких </a:t>
            </a:r>
            <a:r>
              <a:rPr lang="ru-RU" dirty="0" err="1"/>
              <a:t>трейтов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084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Трейты</a:t>
            </a:r>
            <a:r>
              <a:rPr lang="ru-RU" b="1" dirty="0"/>
              <a:t> (</a:t>
            </a:r>
            <a:r>
              <a:rPr lang="en-US" b="1" dirty="0"/>
              <a:t>Traits)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trait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HasRest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public int $duration;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 function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setDuration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(int $):void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187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https://code.mu/ru/php/book/oop</a:t>
            </a:r>
            <a:r>
              <a:rPr lang="en-US" dirty="0" smtClean="0">
                <a:hlinkClick r:id="rId2"/>
              </a:rPr>
              <a:t>/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DB480-83DC-494B-B2CD-1394640C5FC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26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1644</Words>
  <Application>Microsoft Office PowerPoint</Application>
  <PresentationFormat>Широкоэкранный</PresentationFormat>
  <Paragraphs>310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Тема Office</vt:lpstr>
      <vt:lpstr>Объектно-ориентированное программирование PHP</vt:lpstr>
      <vt:lpstr>Принципы ООП</vt:lpstr>
      <vt:lpstr>Заготовка приложения</vt:lpstr>
      <vt:lpstr>Заготовка приложения</vt:lpstr>
      <vt:lpstr>Заготовка приложения</vt:lpstr>
      <vt:lpstr>Базовые понятия</vt:lpstr>
      <vt:lpstr>Конструктор и деструктор класса</vt:lpstr>
      <vt:lpstr>Конструктор PHP 8</vt:lpstr>
      <vt:lpstr>Наследование extends</vt:lpstr>
      <vt:lpstr>Переопределение конструтора</vt:lpstr>
      <vt:lpstr>Модификаторы доступа (инкапсуляция)</vt:lpstr>
      <vt:lpstr>Геттеры и сеттеры</vt:lpstr>
      <vt:lpstr>Абстрактктный класс</vt:lpstr>
      <vt:lpstr>Абстрактные методы (абстракция) </vt:lpstr>
      <vt:lpstr>Полиморфизм</vt:lpstr>
      <vt:lpstr>Цепочка методов</vt:lpstr>
      <vt:lpstr>Цепочка методов</vt:lpstr>
      <vt:lpstr>Цепочка методов</vt:lpstr>
      <vt:lpstr>Read-only свойство</vt:lpstr>
      <vt:lpstr>Константы классов</vt:lpstr>
      <vt:lpstr>Интерфейсы (контракт)</vt:lpstr>
      <vt:lpstr>Интерфейсы (контракт)</vt:lpstr>
      <vt:lpstr>Интерфейсы (контракт)</vt:lpstr>
      <vt:lpstr>Интерфейсы (контракт)</vt:lpstr>
      <vt:lpstr>Интерфейсы (контракт)</vt:lpstr>
      <vt:lpstr>Трейты (Traits)</vt:lpstr>
      <vt:lpstr>Трейты (Traits)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Lector</dc:creator>
  <cp:lastModifiedBy>Lector</cp:lastModifiedBy>
  <cp:revision>45</cp:revision>
  <dcterms:created xsi:type="dcterms:W3CDTF">2026-02-06T09:27:05Z</dcterms:created>
  <dcterms:modified xsi:type="dcterms:W3CDTF">2026-02-07T08:01:47Z</dcterms:modified>
</cp:coreProperties>
</file>