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57" r:id="rId4"/>
    <p:sldId id="258" r:id="rId5"/>
    <p:sldId id="259" r:id="rId6"/>
    <p:sldId id="262" r:id="rId7"/>
    <p:sldId id="260" r:id="rId8"/>
    <p:sldId id="263" r:id="rId9"/>
    <p:sldId id="261" r:id="rId10"/>
    <p:sldId id="265" r:id="rId11"/>
    <p:sldId id="266" r:id="rId12"/>
    <p:sldId id="267" r:id="rId13"/>
    <p:sldId id="27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3D535-54F8-4CFE-8BED-BF1B67029F8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63BB4-2E37-4018-ABE1-4B788BDAE4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9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DF6F1-72DB-4498-AEDF-90057E09133B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26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F2DF-EB41-4A13-9DDF-9453ADC7209C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8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F283-796F-4140-9228-7FEC5F0809F2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45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84ED-9F28-4356-A808-F24A903CFB35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68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3ECF2-3E2E-436F-83D2-792ED1A61991}" type="datetime1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332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465ED-A816-45EE-BBBB-92880ADFA198}" type="datetime1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93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DE5F6-4529-404A-AE91-12ED9A0B2A4B}" type="datetime1">
              <a:rPr lang="ru-RU" smtClean="0"/>
              <a:t>31.01.2026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584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0738-4963-41A9-9BF3-7973CCB59372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12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8ED6-C8FD-4393-96CD-184E6362F9EC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36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DD9E0-20BC-43D7-B476-C131AE65295A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93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716B0-D30B-4EA6-B371-256E4A6D5338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12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50DE3-FE24-4067-A387-6C2B78E1CC73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8431B-70C8-42F1-9301-5EF89EE1E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91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Функции и шаблоны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8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58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Функция</a:t>
            </a:r>
            <a:r>
              <a:rPr lang="ru-RU" b="1" dirty="0"/>
              <a:t> </a:t>
            </a:r>
            <a:r>
              <a:rPr lang="ru-RU" dirty="0"/>
              <a:t>— это блок кода, который может быть именован и вызван </a:t>
            </a:r>
            <a:r>
              <a:rPr lang="ru-RU" dirty="0" smtClean="0"/>
              <a:t>повторно.</a:t>
            </a:r>
          </a:p>
          <a:p>
            <a:pPr marL="0" indent="0">
              <a:buNone/>
            </a:pPr>
            <a:r>
              <a:rPr lang="ru-RU" dirty="0" smtClean="0"/>
              <a:t>Функция – это …</a:t>
            </a:r>
          </a:p>
          <a:p>
            <a:pPr>
              <a:buFontTx/>
              <a:buChar char="-"/>
            </a:pPr>
            <a:r>
              <a:rPr lang="ru-RU" dirty="0" smtClean="0"/>
              <a:t>Инструмент </a:t>
            </a:r>
            <a:r>
              <a:rPr lang="ru-RU" dirty="0"/>
              <a:t>повторного использования </a:t>
            </a:r>
            <a:r>
              <a:rPr lang="ru-RU" dirty="0" smtClean="0"/>
              <a:t>кода</a:t>
            </a:r>
            <a:endParaRPr lang="en-US" dirty="0" smtClean="0"/>
          </a:p>
          <a:p>
            <a:pPr>
              <a:buFontTx/>
              <a:buChar char="-"/>
            </a:pPr>
            <a:r>
              <a:rPr lang="ru-RU" dirty="0" smtClean="0"/>
              <a:t>Подпрограмма, задает области видимости</a:t>
            </a:r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9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Встроенные </a:t>
            </a:r>
            <a:r>
              <a:rPr lang="ru-RU" dirty="0" smtClean="0"/>
              <a:t>– стандартные функции встроенные в язык программирования.</a:t>
            </a:r>
          </a:p>
          <a:p>
            <a:pPr marL="0" indent="0">
              <a:buNone/>
            </a:pPr>
            <a:r>
              <a:rPr lang="ru-RU" b="1" dirty="0" smtClean="0"/>
              <a:t>Пользовательские – </a:t>
            </a:r>
            <a:r>
              <a:rPr lang="ru-RU" dirty="0" smtClean="0"/>
              <a:t>функции, которые создает разработчик.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58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функций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&lt;имя функции&gt;(&lt;аргумент функции&gt;)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&lt;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тело функции&gt;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&lt;результат выполнения функции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06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функций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имя_функции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(&lt;аргумент функции&gt;) {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&lt;тело функции&gt; 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&lt;результат выполнения функции&gt;;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25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Функция - Високосный год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7019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is_leap_year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($year)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($year % 4 != 0)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return false;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elseif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($year % 100 == 0)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if ($year % 400 == 0)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true;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else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false;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else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return true;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7878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$year = 2034;</a:t>
            </a:r>
          </a:p>
          <a:p>
            <a:pPr marL="0" indent="0"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(!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is_leap_year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($year)) 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print("2034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год - простой");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 ("2034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год - високосный");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9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Аргументы</a:t>
            </a:r>
          </a:p>
          <a:p>
            <a:r>
              <a:rPr lang="ru-RU" dirty="0" smtClean="0"/>
              <a:t>Результат</a:t>
            </a:r>
          </a:p>
          <a:p>
            <a:r>
              <a:rPr lang="ru-RU" dirty="0" smtClean="0"/>
              <a:t>Формальные и фактические параметры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50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Область видимости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внутри </a:t>
            </a:r>
            <a:r>
              <a:rPr lang="ru-RU" dirty="0" smtClean="0"/>
              <a:t>функции </a:t>
            </a:r>
            <a:r>
              <a:rPr lang="ru-RU" dirty="0"/>
              <a:t>не </a:t>
            </a:r>
            <a:r>
              <a:rPr lang="ru-RU" dirty="0" smtClean="0"/>
              <a:t> </a:t>
            </a:r>
            <a:r>
              <a:rPr lang="ru-RU" dirty="0"/>
              <a:t>доступны переменные, которые определялись за её </a:t>
            </a:r>
            <a:r>
              <a:rPr lang="ru-RU" dirty="0" smtClean="0"/>
              <a:t>пределами</a:t>
            </a:r>
            <a:endParaRPr lang="ru-RU" dirty="0"/>
          </a:p>
          <a:p>
            <a:r>
              <a:rPr lang="ru-RU" dirty="0"/>
              <a:t>переменные, определённые внутри </a:t>
            </a:r>
            <a:r>
              <a:rPr lang="ru-RU" dirty="0" smtClean="0"/>
              <a:t>функции (локальные переменные), </a:t>
            </a:r>
            <a:r>
              <a:rPr lang="ru-RU" dirty="0"/>
              <a:t>не </a:t>
            </a:r>
            <a:r>
              <a:rPr lang="ru-RU" dirty="0" smtClean="0"/>
              <a:t>будут </a:t>
            </a:r>
            <a:r>
              <a:rPr lang="ru-RU" dirty="0"/>
              <a:t>доступны извне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1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Подключение файлов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6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Разделение кода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ru-RU" dirty="0" smtClean="0"/>
              <a:t>есь </a:t>
            </a:r>
            <a:r>
              <a:rPr lang="ru-RU" dirty="0"/>
              <a:t>исходный код проекта </a:t>
            </a:r>
            <a:r>
              <a:rPr lang="ru-RU" dirty="0" smtClean="0"/>
              <a:t>обычно делиться на</a:t>
            </a:r>
            <a:r>
              <a:rPr lang="ru-RU" dirty="0"/>
              <a:t> отдельные сценарии, чтобы с </a:t>
            </a:r>
            <a:r>
              <a:rPr lang="ru-RU" dirty="0" smtClean="0"/>
              <a:t>ними было проще работать и легче ориентироваться.</a:t>
            </a:r>
          </a:p>
          <a:p>
            <a:r>
              <a:rPr lang="ru-RU" dirty="0" smtClean="0"/>
              <a:t>Разбиение кода на сценарии также позволяет повторно использовать код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1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Подключение файлов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require_once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nclude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include_once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В таком подходе </a:t>
            </a:r>
            <a:r>
              <a:rPr lang="ru-RU" dirty="0" smtClean="0"/>
              <a:t>невозможно </a:t>
            </a:r>
            <a:r>
              <a:rPr lang="ru-RU" dirty="0" smtClean="0"/>
              <a:t>импортировать </a:t>
            </a:r>
            <a:r>
              <a:rPr lang="ru-RU" dirty="0"/>
              <a:t>только отдельные переменные или функции из подключаемого сценария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cs typeface="Courier New" panose="02070309020205020404" pitchFamily="49" charset="0"/>
              </a:rPr>
              <a:t>Если подключаются несколько файлов с одинаковыми переменными или одними и теми же именами функций, то могут возникнуть ошибки.</a:t>
            </a:r>
            <a:endParaRPr lang="ru-RU" dirty="0"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Кодовая </a:t>
            </a:r>
            <a:r>
              <a:rPr lang="ru-RU" b="1" dirty="0" err="1" smtClean="0"/>
              <a:t>модульнусть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Через </a:t>
            </a:r>
            <a:r>
              <a:rPr lang="ru-RU" dirty="0" err="1" smtClean="0"/>
              <a:t>Composer</a:t>
            </a:r>
            <a:r>
              <a:rPr lang="ru-RU" dirty="0" smtClean="0"/>
              <a:t> </a:t>
            </a:r>
            <a:r>
              <a:rPr lang="ru-RU" dirty="0"/>
              <a:t>и стандарт </a:t>
            </a:r>
            <a:r>
              <a:rPr lang="ru-RU" dirty="0" smtClean="0"/>
              <a:t>PSR-4: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Создать пустой проект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Инициализировать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composer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13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194" y="1690688"/>
            <a:ext cx="4459428" cy="33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28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Абсолютные пути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Абсолютный путь - это полный путь к папке или файлу. </a:t>
            </a:r>
            <a:r>
              <a:rPr lang="ru-RU" dirty="0" smtClean="0"/>
              <a:t>Пример:</a:t>
            </a:r>
            <a:endParaRPr lang="ru-RU" dirty="0"/>
          </a:p>
          <a:p>
            <a:r>
              <a:rPr lang="ru-RU" dirty="0"/>
              <a:t>D</a:t>
            </a:r>
            <a:r>
              <a:rPr lang="ru-RU" dirty="0" smtClean="0"/>
              <a:t>:\</a:t>
            </a:r>
            <a:r>
              <a:rPr lang="en-US" dirty="0" err="1" smtClean="0"/>
              <a:t>xammp</a:t>
            </a:r>
            <a:r>
              <a:rPr lang="en-US" dirty="0" smtClean="0"/>
              <a:t>\</a:t>
            </a:r>
            <a:r>
              <a:rPr lang="en-US" dirty="0" err="1" smtClean="0"/>
              <a:t>htdocs</a:t>
            </a:r>
            <a:r>
              <a:rPr lang="ru-RU" dirty="0" smtClean="0"/>
              <a:t>\test.ru\</a:t>
            </a:r>
            <a:r>
              <a:rPr lang="ru-RU" dirty="0" err="1" smtClean="0"/>
              <a:t>index.php</a:t>
            </a:r>
            <a:r>
              <a:rPr lang="ru-RU" dirty="0"/>
              <a:t> - для </a:t>
            </a:r>
            <a:r>
              <a:rPr lang="ru-RU" dirty="0" err="1" smtClean="0"/>
              <a:t>Windows</a:t>
            </a:r>
            <a:endParaRPr lang="ru-RU" dirty="0"/>
          </a:p>
          <a:p>
            <a:r>
              <a:rPr lang="ru-RU" dirty="0"/>
              <a:t>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www</a:t>
            </a:r>
            <a:r>
              <a:rPr lang="ru-RU" dirty="0"/>
              <a:t>/</a:t>
            </a:r>
            <a:r>
              <a:rPr lang="ru-RU" dirty="0" err="1"/>
              <a:t>html</a:t>
            </a:r>
            <a:r>
              <a:rPr lang="ru-RU" dirty="0"/>
              <a:t>/test.ru/</a:t>
            </a:r>
            <a:r>
              <a:rPr lang="ru-RU" dirty="0" err="1"/>
              <a:t>index.php</a:t>
            </a:r>
            <a:r>
              <a:rPr lang="ru-RU" dirty="0"/>
              <a:t> - для </a:t>
            </a:r>
            <a:r>
              <a:rPr lang="ru-RU" dirty="0" err="1"/>
              <a:t>Ubuntu</a:t>
            </a: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Константы: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__DIR__ </a:t>
            </a:r>
            <a:r>
              <a:rPr lang="ru-RU" dirty="0" smtClean="0"/>
              <a:t>— Полный путь к директории, в которой находится текущий сценарий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__FILE__ </a:t>
            </a:r>
            <a:r>
              <a:rPr lang="ru-RU" dirty="0" smtClean="0"/>
              <a:t>— Полный путь к текущему </a:t>
            </a:r>
            <a:r>
              <a:rPr lang="ru-RU" dirty="0" smtClean="0"/>
              <a:t>сценарию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require_once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__DIR__ .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main.php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88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Относительные пути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Относительный путь содержит адрес только относительно текущей рабочей директории.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Если абсолютный путь к файлу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xammp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htdocs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template\main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А сценарий лежит в папке </a:t>
            </a:r>
            <a:r>
              <a:rPr lang="en-US" dirty="0" smtClean="0"/>
              <a:t>test</a:t>
            </a:r>
            <a:r>
              <a:rPr lang="ru-RU" dirty="0" smtClean="0"/>
              <a:t>, то для подключения файла можно использовать такой путь: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81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Относительные пути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ru-RU" dirty="0" smtClean="0"/>
              <a:t>HTML (в ссылках) </a:t>
            </a:r>
            <a:r>
              <a:rPr lang="ru-RU" dirty="0"/>
              <a:t>используем пути относительно корня сайта, а именно '/</a:t>
            </a:r>
            <a:r>
              <a:rPr lang="ru-RU" dirty="0" err="1"/>
              <a:t>file.php</a:t>
            </a:r>
            <a:r>
              <a:rPr lang="ru-RU" dirty="0" smtClean="0"/>
              <a:t>'</a:t>
            </a:r>
            <a:br>
              <a:rPr lang="ru-RU" dirty="0" smtClean="0"/>
            </a:br>
            <a:endParaRPr lang="ru-RU" dirty="0" smtClean="0"/>
          </a:p>
          <a:p>
            <a:pPr marL="0" indent="0">
              <a:buNone/>
            </a:pPr>
            <a:r>
              <a:rPr lang="ru-RU" dirty="0"/>
              <a:t>В</a:t>
            </a:r>
            <a:r>
              <a:rPr lang="ru-RU" dirty="0" smtClean="0"/>
              <a:t> </a:t>
            </a:r>
            <a:r>
              <a:rPr lang="ru-RU" dirty="0"/>
              <a:t>PHP </a:t>
            </a:r>
            <a:r>
              <a:rPr lang="ru-RU" dirty="0" smtClean="0"/>
              <a:t>(при подключении файлов) используем </a:t>
            </a:r>
            <a:r>
              <a:rPr lang="ru-RU" dirty="0"/>
              <a:t>относительно корневого файла './</a:t>
            </a:r>
            <a:r>
              <a:rPr lang="ru-RU" dirty="0" err="1"/>
              <a:t>file.php</a:t>
            </a:r>
            <a:r>
              <a:rPr lang="ru-RU" dirty="0"/>
              <a:t>' </a:t>
            </a:r>
            <a:r>
              <a:rPr lang="ru-RU" dirty="0" smtClean="0"/>
              <a:t>(точка входа на сайт)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en-US" dirty="0" smtClean="0"/>
              <a:t>PHP </a:t>
            </a:r>
            <a:r>
              <a:rPr lang="ru-RU" dirty="0" smtClean="0"/>
              <a:t> в качестве точки входа на сайт можно использование свойство, </a:t>
            </a:r>
            <a:r>
              <a:rPr lang="ru-RU" dirty="0"/>
              <a:t>инициализированного в корне: __DIR</a:t>
            </a:r>
            <a:r>
              <a:rPr lang="ru-RU" dirty="0" smtClean="0"/>
              <a:t>__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8431B-70C8-42F1-9301-5EF89EE1E82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1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505</Words>
  <Application>Microsoft Office PowerPoint</Application>
  <PresentationFormat>Широкоэкранный</PresentationFormat>
  <Paragraphs>99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Тема Office</vt:lpstr>
      <vt:lpstr>Функции и шаблоны</vt:lpstr>
      <vt:lpstr>Функции</vt:lpstr>
      <vt:lpstr>Функция</vt:lpstr>
      <vt:lpstr>Функции</vt:lpstr>
      <vt:lpstr>Синтаксис функций</vt:lpstr>
      <vt:lpstr>Синтаксис функций</vt:lpstr>
      <vt:lpstr>Функция - Високосный год</vt:lpstr>
      <vt:lpstr>Функции</vt:lpstr>
      <vt:lpstr>Область видимости</vt:lpstr>
      <vt:lpstr>Подключение файлов</vt:lpstr>
      <vt:lpstr>Разделение кода</vt:lpstr>
      <vt:lpstr>Подключение файлов</vt:lpstr>
      <vt:lpstr>Кодовая модульнусть</vt:lpstr>
      <vt:lpstr>Абсолютные пути</vt:lpstr>
      <vt:lpstr>Относительные пути</vt:lpstr>
      <vt:lpstr>Относительные пути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Yulya</dc:creator>
  <cp:lastModifiedBy>Lector</cp:lastModifiedBy>
  <cp:revision>24</cp:revision>
  <dcterms:created xsi:type="dcterms:W3CDTF">2022-11-15T13:39:40Z</dcterms:created>
  <dcterms:modified xsi:type="dcterms:W3CDTF">2026-01-31T07:22:19Z</dcterms:modified>
</cp:coreProperties>
</file>