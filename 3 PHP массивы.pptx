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1"/>
  </p:notesMasterIdLst>
  <p:sldIdLst>
    <p:sldId id="256" r:id="rId2"/>
    <p:sldId id="257" r:id="rId3"/>
    <p:sldId id="258" r:id="rId4"/>
    <p:sldId id="260" r:id="rId5"/>
    <p:sldId id="259" r:id="rId6"/>
    <p:sldId id="263" r:id="rId7"/>
    <p:sldId id="261" r:id="rId8"/>
    <p:sldId id="264" r:id="rId9"/>
    <p:sldId id="262" r:id="rId10"/>
    <p:sldId id="265" r:id="rId11"/>
    <p:sldId id="266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7" r:id="rId34"/>
    <p:sldId id="298" r:id="rId35"/>
    <p:sldId id="299" r:id="rId36"/>
    <p:sldId id="301" r:id="rId37"/>
    <p:sldId id="300" r:id="rId38"/>
    <p:sldId id="302" r:id="rId39"/>
    <p:sldId id="303" r:id="rId4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BB7154-83CA-42D1-B8F7-C4B251700765}" type="datetimeFigureOut">
              <a:rPr lang="ru-RU" smtClean="0"/>
              <a:t>26.01.2026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30952F-3F62-42FE-9990-05D2D36B40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85597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0952F-3F62-42FE-9990-05D2D36B40A0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72780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73499-ED8B-4F56-BA39-FA6EDD5F2903}" type="datetime1">
              <a:rPr lang="ru-RU" smtClean="0"/>
              <a:t>26.01.2026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C5BB5-2411-468E-A53C-F39E4734CE0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16180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597DB-8C22-4CC8-BF21-04ED2D8BEE2E}" type="datetime1">
              <a:rPr lang="ru-RU" smtClean="0"/>
              <a:t>26.01.2026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C5BB5-2411-468E-A53C-F39E4734CE0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41200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261BE-6757-413E-8A0E-966CB65364AF}" type="datetime1">
              <a:rPr lang="ru-RU" smtClean="0"/>
              <a:t>26.01.2026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C5BB5-2411-468E-A53C-F39E4734CE0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08933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110A1-FD51-46E9-A91F-7F43DB0D225C}" type="datetime1">
              <a:rPr lang="ru-RU" smtClean="0"/>
              <a:t>26.01.2026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C5BB5-2411-468E-A53C-F39E4734CE0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7411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66B44-94B8-4540-8C93-D372B7EFF51A}" type="datetime1">
              <a:rPr lang="ru-RU" smtClean="0"/>
              <a:t>26.01.2026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C5BB5-2411-468E-A53C-F39E4734CE0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7661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00489-61FE-45D5-A230-9CCD8990ACA2}" type="datetime1">
              <a:rPr lang="ru-RU" smtClean="0"/>
              <a:t>26.01.2026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C5BB5-2411-468E-A53C-F39E4734CE0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67609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57C61-AC55-42F2-AA71-8ADA9989945C}" type="datetime1">
              <a:rPr lang="ru-RU" smtClean="0"/>
              <a:t>26.01.2026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C5BB5-2411-468E-A53C-F39E4734CE0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44891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4F542-3CE5-4C1D-96A7-A88A143664DC}" type="datetime1">
              <a:rPr lang="ru-RU" smtClean="0"/>
              <a:t>26.01.2026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C5BB5-2411-468E-A53C-F39E4734CE0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68060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7E407-63B4-42BB-81A5-119E95B15924}" type="datetime1">
              <a:rPr lang="ru-RU" smtClean="0"/>
              <a:t>26.01.2026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C5BB5-2411-468E-A53C-F39E4734CE0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0084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F8507-F2BB-42A8-903A-6E677A4A2DCA}" type="datetime1">
              <a:rPr lang="ru-RU" smtClean="0"/>
              <a:t>26.01.2026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C5BB5-2411-468E-A53C-F39E4734CE0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5239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60E52-264F-4A2B-9097-E05155DF7890}" type="datetime1">
              <a:rPr lang="ru-RU" smtClean="0"/>
              <a:t>26.01.2026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C5BB5-2411-468E-A53C-F39E4734CE0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1705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D592D5-6842-41A4-B5BA-1697655E4CBB}" type="datetime1">
              <a:rPr lang="ru-RU" smtClean="0"/>
              <a:t>26.01.2026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1C5BB5-2411-468E-A53C-F39E4734CE0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2006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/>
              <a:t>PHP</a:t>
            </a:r>
            <a:r>
              <a:rPr lang="ru-RU" b="1" dirty="0" smtClean="0"/>
              <a:t>: массивы</a:t>
            </a:r>
            <a:endParaRPr lang="ru-RU" b="1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9420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Типы массивов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ru-RU" dirty="0" smtClean="0"/>
              <a:t>Численно-индексированные массивы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$&lt;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имя_переменной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array (value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,value2, ... );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ru-RU" dirty="0"/>
              <a:t>Пример: 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$products = array( "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Стул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", "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Стол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", "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Табурет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 );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0" indent="0">
              <a:buNone/>
            </a:pPr>
            <a:endParaRPr lang="ru-RU" b="1" dirty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C5BB5-2411-468E-A53C-F39E4734CE03}" type="slidenum">
              <a:rPr lang="ru-RU" smtClean="0"/>
              <a:pPr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1073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Типы массивов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ru-RU" dirty="0" smtClean="0"/>
              <a:t>Ассоциативные массивы</a:t>
            </a:r>
            <a:endParaRPr lang="ru-RU" b="1" dirty="0" smtClean="0"/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$&lt;</a:t>
            </a:r>
            <a:r>
              <a:rPr lang="ru-R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имя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_</a:t>
            </a:r>
            <a:r>
              <a:rPr lang="ru-R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переменной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&gt;=array 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(key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=&gt; value, 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key1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=&gt; value1, ... 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endParaRPr lang="ru-RU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prices = array( "</a:t>
            </a:r>
            <a:r>
              <a:rPr lang="ru-R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Стул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"=&gt;400, "</a:t>
            </a:r>
            <a:r>
              <a:rPr lang="ru-R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Стол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"=&gt;1500, "</a:t>
            </a:r>
            <a:r>
              <a:rPr lang="ru-R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Табурет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"=&gt;250 );</a:t>
            </a:r>
            <a:endParaRPr lang="ru-RU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C5BB5-2411-468E-A53C-F39E4734CE03}" type="slidenum">
              <a:rPr lang="ru-RU" smtClean="0"/>
              <a:pPr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7396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Численно-индексированные массивы</a:t>
            </a:r>
            <a:endParaRPr lang="ru-RU" b="1" dirty="0"/>
          </a:p>
        </p:txBody>
      </p:sp>
      <p:sp>
        <p:nvSpPr>
          <p:cNvPr id="5" name="Текст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C5BB5-2411-468E-A53C-F39E4734CE03}" type="slidenum">
              <a:rPr lang="ru-RU" smtClean="0"/>
              <a:pPr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5759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Способы создания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products = array( "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Стул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", "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Стол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", "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Табурет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ru-RU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$products2= $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products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indent="0">
              <a:buNone/>
            </a:pPr>
            <a:endParaRPr lang="en-US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возрастающая последовательность 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чисел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numbers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range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(1,10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//каждый элемент массива 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–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строка файла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$orders= file("../../orders/orders.txt")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C5BB5-2411-468E-A53C-F39E4734CE03}" type="slidenum">
              <a:rPr lang="ru-RU" smtClean="0"/>
              <a:pPr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4719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Способ создания массива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$products[0] = "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Стул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";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products[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]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 "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Стол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";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products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[2] = "Табурет";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C5BB5-2411-468E-A53C-F39E4734CE03}" type="slidenum">
              <a:rPr lang="ru-RU" smtClean="0"/>
              <a:pPr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5069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Доступ к элементам массива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$products = array( "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Стул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", "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Стол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", "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Табурет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 );</a:t>
            </a:r>
            <a:endParaRPr lang="ru-RU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$products[0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],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$products[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]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и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$products[2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endParaRPr lang="ru-RU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ru-RU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 ( $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0; $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&lt;3; $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++ )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echo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"$products[$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 ";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C5BB5-2411-468E-A53C-F39E4734CE03}" type="slidenum">
              <a:rPr lang="ru-RU" smtClean="0"/>
              <a:pPr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3400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Ассоциативный массив</a:t>
            </a:r>
            <a:endParaRPr lang="ru-RU" b="1" dirty="0"/>
          </a:p>
        </p:txBody>
      </p:sp>
      <p:sp>
        <p:nvSpPr>
          <p:cNvPr id="5" name="Текст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C5BB5-2411-468E-A53C-F39E4734CE03}" type="slidenum">
              <a:rPr lang="ru-RU" smtClean="0"/>
              <a:pPr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3414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Создание массива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$&lt;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имя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_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переменной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&gt;=array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(key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=&gt; value,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key1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=&gt; value1, ... );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ru-RU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prices = array( "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Стул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"=&gt;400, "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Стол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"=&gt;1500, "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Табурет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"=&gt;250 );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ru-RU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prices = array( "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Стул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"=&gt;400 );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$prices["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Стол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"] = 1500;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prices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["Табурет"] = 250 ;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C5BB5-2411-468E-A53C-F39E4734CE03}" type="slidenum">
              <a:rPr lang="ru-RU" smtClean="0"/>
              <a:pPr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8744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Создание массива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$prices["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Стул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"]=400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$prices["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Стол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"] = 1500;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prices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["Табурет"] = 250 ;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C5BB5-2411-468E-A53C-F39E4734CE03}" type="slidenum">
              <a:rPr lang="ru-RU" smtClean="0"/>
              <a:pPr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4180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Организация циклов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foreach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prices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as $value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){</a:t>
            </a:r>
          </a:p>
          <a:p>
            <a:pPr marL="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echo $value;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en-US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foreach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prices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as $key =&gt; $value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){</a:t>
            </a:r>
            <a:endParaRPr lang="ru-RU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echo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$key;</a:t>
            </a:r>
            <a:endParaRPr lang="ru-RU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echo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 - ";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echo $value;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echo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"&lt;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&gt;";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C5BB5-2411-468E-A53C-F39E4734CE03}" type="slidenum">
              <a:rPr lang="ru-RU" smtClean="0"/>
              <a:pPr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7438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Многомерный массив</a:t>
            </a:r>
            <a:endParaRPr lang="ru-RU" b="1" dirty="0"/>
          </a:p>
        </p:txBody>
      </p:sp>
      <p:sp>
        <p:nvSpPr>
          <p:cNvPr id="5" name="Текст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C5BB5-2411-468E-A53C-F39E4734CE03}" type="slidenum">
              <a:rPr lang="ru-RU" smtClean="0"/>
              <a:pPr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6451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Создание двумерного индексированного массива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$products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array(array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 "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С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1", "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Стул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", 400 ),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defTabSz="808038">
              <a:buNone/>
            </a:pP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array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( "С2", "Стол", 1500 ),</a:t>
            </a:r>
          </a:p>
          <a:p>
            <a:pPr marL="0" indent="0" defTabSz="808038">
              <a:buNone/>
            </a:pP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array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( "Т1", "Табурет", 250 ) ) ;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C5BB5-2411-468E-A53C-F39E4734CE03}" type="slidenum">
              <a:rPr lang="ru-RU" smtClean="0"/>
              <a:pPr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0714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Вывод массива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echo "|".$products[0][0]."|".$products[0][1]."|".$products[0][2]."|&lt;BR&gt;";</a:t>
            </a:r>
            <a:endParaRPr lang="ru-RU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echo "|".$products[1][0]."|".$products[1][1]."|".$products[1][2]."|&lt;BR&gt;";</a:t>
            </a:r>
            <a:endParaRPr lang="ru-RU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echo "|".$products[2][0]."|".$products[2][1]."|".$products[2][2]."|&lt;BR&gt;";</a:t>
            </a:r>
            <a:endParaRPr lang="ru-RU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ru-RU" dirty="0" smtClean="0">
                <a:cs typeface="Courier New" panose="02070309020205020404" pitchFamily="49" charset="0"/>
              </a:rPr>
              <a:t> </a:t>
            </a:r>
            <a:endParaRPr lang="en-US" dirty="0" smtClean="0"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ru-RU" dirty="0" smtClean="0">
                <a:cs typeface="Courier New" panose="02070309020205020404" pitchFamily="49" charset="0"/>
              </a:rPr>
              <a:t>или</a:t>
            </a:r>
            <a:endParaRPr lang="ru-RU" dirty="0" smtClean="0"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 ( $row = 0; $row &lt; 3; $row++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){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 $column = 0; $column &lt; 3; $column++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){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echo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"|".$products[$row][$column];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echo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"|&lt;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br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&gt;";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C5BB5-2411-468E-A53C-F39E4734CE03}" type="slidenum">
              <a:rPr lang="ru-RU" smtClean="0"/>
              <a:pPr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3778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Создание двумерного ассоциативного массива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199" y="1825625"/>
            <a:ext cx="11139536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ru-RU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products</a:t>
            </a:r>
            <a:r>
              <a:rPr lang="ru-RU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ru-RU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array</a:t>
            </a:r>
            <a:r>
              <a:rPr lang="ru-RU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( </a:t>
            </a:r>
            <a:r>
              <a:rPr lang="ru-RU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array</a:t>
            </a:r>
            <a:r>
              <a:rPr lang="ru-RU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( "Код" =&gt; "C1", "Наименование" =&gt; "Стул", "Цена" =&gt; 400) ,</a:t>
            </a:r>
          </a:p>
          <a:p>
            <a:pPr marL="0" indent="0">
              <a:buNone/>
            </a:pP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         </a:t>
            </a:r>
            <a:r>
              <a:rPr lang="ru-RU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array</a:t>
            </a:r>
            <a:r>
              <a:rPr lang="ru-RU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 "Код" =&gt; "C2" ,"Наименование" =&gt; "Стол", "Цена" =&gt; 1500 ),</a:t>
            </a:r>
          </a:p>
          <a:p>
            <a:pPr marL="0" indent="0">
              <a:buNone/>
            </a:pP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         </a:t>
            </a:r>
            <a:r>
              <a:rPr lang="ru-RU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array</a:t>
            </a:r>
            <a:r>
              <a:rPr lang="ru-RU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 "Код" =&gt; "Т3", "Наименование" =&gt; "Табурет", "Цена" =&gt;250));</a:t>
            </a:r>
            <a:endParaRPr lang="ru-RU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C5BB5-2411-468E-A53C-F39E4734CE03}" type="slidenum">
              <a:rPr lang="ru-RU" smtClean="0"/>
              <a:pPr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9049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Вывод массива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199" y="1825625"/>
            <a:ext cx="11180885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 ( $row = 0; $row &lt; count($products); $row++ ){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foreach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($products[$row] as $value){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	echo " | $value" ;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echo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"|&lt;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br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&gt;";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C5BB5-2411-468E-A53C-F39E4734CE03}" type="slidenum">
              <a:rPr lang="ru-RU" smtClean="0"/>
              <a:pPr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2640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Трехмерный массив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$categories = array( array (array( "</a:t>
            </a:r>
            <a:r>
              <a:rPr lang="ru-R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С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1", "</a:t>
            </a:r>
            <a:r>
              <a:rPr lang="ru-R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Стул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", 400 ),</a:t>
            </a:r>
            <a:endParaRPr lang="ru-RU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ru-RU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		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array</a:t>
            </a:r>
            <a:r>
              <a:rPr lang="ru-R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 "С2", "Стол", 1500 ),</a:t>
            </a:r>
          </a:p>
          <a:p>
            <a:pPr marL="0" indent="0">
              <a:buNone/>
            </a:pPr>
            <a:r>
              <a:rPr lang="ru-RU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		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array</a:t>
            </a:r>
            <a:r>
              <a:rPr lang="ru-R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 "Т1", "Табурет", 250)),</a:t>
            </a:r>
          </a:p>
          <a:p>
            <a:pPr marL="0" indent="0">
              <a:buNone/>
            </a:pPr>
            <a:r>
              <a:rPr lang="ru-RU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array</a:t>
            </a:r>
            <a:r>
              <a:rPr lang="ru-RU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array</a:t>
            </a:r>
            <a:r>
              <a:rPr lang="ru-R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 "С1", "Стул", 350 ),</a:t>
            </a:r>
          </a:p>
          <a:p>
            <a:pPr marL="0" indent="0">
              <a:buNone/>
            </a:pPr>
            <a:r>
              <a:rPr lang="ru-RU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		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array</a:t>
            </a:r>
            <a:r>
              <a:rPr lang="ru-R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 "С2", "Стол", 1300 ),</a:t>
            </a:r>
          </a:p>
          <a:p>
            <a:pPr marL="0" indent="0">
              <a:buNone/>
            </a:pPr>
            <a:r>
              <a:rPr lang="ru-RU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		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array</a:t>
            </a:r>
            <a:r>
              <a:rPr lang="ru-R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 "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ru-R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1", "Табурет", 200)),</a:t>
            </a:r>
          </a:p>
          <a:p>
            <a:pPr marL="0" indent="0">
              <a:buNone/>
            </a:pPr>
            <a:r>
              <a:rPr lang="ru-RU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array</a:t>
            </a:r>
            <a:r>
              <a:rPr lang="ru-RU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array </a:t>
            </a:r>
            <a:r>
              <a:rPr lang="ru-R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("С1", "Стул", 200 ),</a:t>
            </a:r>
          </a:p>
          <a:p>
            <a:pPr marL="0" indent="0">
              <a:buNone/>
            </a:pPr>
            <a:r>
              <a:rPr lang="ru-RU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		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array</a:t>
            </a:r>
            <a:r>
              <a:rPr lang="ru-R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 "С2", "Стол", 1000 ),</a:t>
            </a:r>
          </a:p>
          <a:p>
            <a:pPr marL="0" indent="0">
              <a:buNone/>
            </a:pPr>
            <a:r>
              <a:rPr lang="ru-RU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		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array</a:t>
            </a:r>
            <a:r>
              <a:rPr lang="ru-R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 "Т1", "Табурет", 150)));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C5BB5-2411-468E-A53C-F39E4734CE03}" type="slidenum">
              <a:rPr lang="ru-RU" smtClean="0"/>
              <a:pPr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3909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Сортировка массивов</a:t>
            </a:r>
            <a:endParaRPr lang="ru-RU" b="1" dirty="0"/>
          </a:p>
        </p:txBody>
      </p:sp>
      <p:sp>
        <p:nvSpPr>
          <p:cNvPr id="5" name="Текст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C5BB5-2411-468E-A53C-F39E4734CE03}" type="slidenum">
              <a:rPr lang="ru-RU" smtClean="0"/>
              <a:pPr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6154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Функция </a:t>
            </a:r>
            <a:r>
              <a:rPr lang="en-US" b="1" dirty="0" smtClean="0"/>
              <a:t>sort()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ru-RU" dirty="0" smtClean="0"/>
              <a:t>Упорядочивание в алфавитном порядке</a:t>
            </a:r>
          </a:p>
          <a:p>
            <a:pPr>
              <a:buNone/>
            </a:pPr>
            <a:r>
              <a:rPr lang="en-US" dirty="0" smtClean="0"/>
              <a:t>$products = array( "</a:t>
            </a:r>
            <a:r>
              <a:rPr lang="ru-RU" dirty="0" smtClean="0"/>
              <a:t>Стул</a:t>
            </a:r>
            <a:r>
              <a:rPr lang="en-US" dirty="0" smtClean="0"/>
              <a:t>", "</a:t>
            </a:r>
            <a:r>
              <a:rPr lang="ru-RU" dirty="0" smtClean="0"/>
              <a:t>Стол</a:t>
            </a:r>
            <a:r>
              <a:rPr lang="en-US" dirty="0" smtClean="0"/>
              <a:t>", "</a:t>
            </a:r>
            <a:r>
              <a:rPr lang="ru-RU" dirty="0" smtClean="0"/>
              <a:t>Табурет</a:t>
            </a:r>
            <a:r>
              <a:rPr lang="en-US" dirty="0" smtClean="0"/>
              <a:t>" );</a:t>
            </a:r>
            <a:endParaRPr lang="ru-RU" dirty="0" smtClean="0"/>
          </a:p>
          <a:p>
            <a:pPr>
              <a:buNone/>
            </a:pPr>
            <a:r>
              <a:rPr lang="ru-RU" dirty="0" err="1" smtClean="0"/>
              <a:t>sort</a:t>
            </a:r>
            <a:r>
              <a:rPr lang="ru-RU" dirty="0" smtClean="0"/>
              <a:t>($</a:t>
            </a:r>
            <a:r>
              <a:rPr lang="ru-RU" dirty="0" err="1" smtClean="0"/>
              <a:t>products</a:t>
            </a:r>
            <a:r>
              <a:rPr lang="ru-RU" dirty="0" smtClean="0"/>
              <a:t>);</a:t>
            </a:r>
          </a:p>
          <a:p>
            <a:pPr>
              <a:buNone/>
            </a:pPr>
            <a:endParaRPr lang="ru-RU" dirty="0" smtClean="0"/>
          </a:p>
          <a:p>
            <a:pPr>
              <a:buNone/>
            </a:pPr>
            <a:endParaRPr lang="ru-RU" dirty="0" smtClean="0"/>
          </a:p>
          <a:p>
            <a:pPr>
              <a:buNone/>
            </a:pPr>
            <a:r>
              <a:rPr lang="ru-RU" dirty="0" smtClean="0"/>
              <a:t>Упорядочивание в цифровом порядке</a:t>
            </a:r>
          </a:p>
          <a:p>
            <a:pPr>
              <a:buNone/>
            </a:pPr>
            <a:r>
              <a:rPr lang="ru-RU" dirty="0" smtClean="0"/>
              <a:t>$</a:t>
            </a:r>
            <a:r>
              <a:rPr lang="ru-RU" dirty="0" err="1" smtClean="0"/>
              <a:t>prices</a:t>
            </a:r>
            <a:r>
              <a:rPr lang="ru-RU" dirty="0" smtClean="0"/>
              <a:t> = </a:t>
            </a:r>
            <a:r>
              <a:rPr lang="ru-RU" dirty="0" err="1" smtClean="0"/>
              <a:t>array</a:t>
            </a:r>
            <a:r>
              <a:rPr lang="ru-RU" dirty="0" smtClean="0"/>
              <a:t>(400, 1500, 250);</a:t>
            </a:r>
          </a:p>
          <a:p>
            <a:pPr>
              <a:buNone/>
            </a:pPr>
            <a:r>
              <a:rPr lang="ru-RU" dirty="0" err="1" smtClean="0"/>
              <a:t>sort</a:t>
            </a:r>
            <a:r>
              <a:rPr lang="ru-RU" dirty="0" smtClean="0"/>
              <a:t>($</a:t>
            </a:r>
            <a:r>
              <a:rPr lang="ru-RU" dirty="0" err="1" smtClean="0"/>
              <a:t>pri</a:t>
            </a:r>
            <a:r>
              <a:rPr lang="en-US" dirty="0" smtClean="0"/>
              <a:t>c</a:t>
            </a:r>
            <a:r>
              <a:rPr lang="ru-RU" dirty="0" err="1" smtClean="0"/>
              <a:t>es</a:t>
            </a:r>
            <a:r>
              <a:rPr lang="ru-RU" dirty="0" smtClean="0"/>
              <a:t>) ; </a:t>
            </a:r>
          </a:p>
          <a:p>
            <a:pPr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C5BB5-2411-468E-A53C-F39E4734CE03}" type="slidenum">
              <a:rPr lang="ru-RU" smtClean="0"/>
              <a:pPr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7850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Функция </a:t>
            </a:r>
            <a:r>
              <a:rPr lang="en-US" b="1" dirty="0" err="1" smtClean="0"/>
              <a:t>asort</a:t>
            </a:r>
            <a:r>
              <a:rPr lang="en-US" b="1" dirty="0" smtClean="0"/>
              <a:t>()</a:t>
            </a:r>
            <a:endParaRPr lang="ru-RU" b="1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ru-RU" dirty="0" smtClean="0"/>
              <a:t>Функция </a:t>
            </a:r>
            <a:r>
              <a:rPr lang="ru-RU" b="1" dirty="0" err="1" smtClean="0"/>
              <a:t>asort</a:t>
            </a:r>
            <a:r>
              <a:rPr lang="ru-RU" b="1" dirty="0" smtClean="0"/>
              <a:t>() </a:t>
            </a:r>
            <a:r>
              <a:rPr lang="ru-RU" dirty="0" smtClean="0"/>
              <a:t>упорядочивает ассоциативный массив в соответствии со значениями элементов.</a:t>
            </a:r>
            <a:endParaRPr lang="en-US" dirty="0" smtClean="0"/>
          </a:p>
          <a:p>
            <a:pPr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$prices = array("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Стул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"=&gt;400, "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Стол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"=&gt;1500, "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Табурет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"=&gt;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250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);</a:t>
            </a:r>
            <a:endParaRPr lang="ru-RU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ru-RU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asort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ru-RU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prices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C5BB5-2411-468E-A53C-F39E4734CE03}" type="slidenum">
              <a:rPr lang="ru-RU" smtClean="0"/>
              <a:pPr/>
              <a:t>20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Функция </a:t>
            </a:r>
            <a:r>
              <a:rPr lang="en-US" b="1" dirty="0" err="1" smtClean="0"/>
              <a:t>ksort</a:t>
            </a:r>
            <a:r>
              <a:rPr lang="en-US" b="1" dirty="0" smtClean="0"/>
              <a:t>()</a:t>
            </a:r>
            <a:endParaRPr lang="ru-RU" b="1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ru-RU" dirty="0" smtClean="0"/>
              <a:t>Функция </a:t>
            </a:r>
            <a:r>
              <a:rPr lang="en-US" b="1" dirty="0" smtClean="0"/>
              <a:t>k</a:t>
            </a:r>
            <a:r>
              <a:rPr lang="ru-RU" b="1" dirty="0" err="1" smtClean="0"/>
              <a:t>sort</a:t>
            </a:r>
            <a:r>
              <a:rPr lang="ru-RU" b="1" dirty="0" smtClean="0"/>
              <a:t>() </a:t>
            </a:r>
            <a:r>
              <a:rPr lang="ru-RU" dirty="0" smtClean="0"/>
              <a:t>упорядочивает ассоциативный массив в соответствии со значениями ключей.</a:t>
            </a:r>
            <a:endParaRPr lang="en-US" dirty="0" smtClean="0"/>
          </a:p>
          <a:p>
            <a:pPr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$prices = array( "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Стул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"=&gt;400, "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Стол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"=&gt;1500, "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Табурет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"=&gt;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250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);</a:t>
            </a:r>
            <a:endParaRPr lang="ru-RU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ks</a:t>
            </a:r>
            <a:r>
              <a:rPr lang="ru-RU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ort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$p</a:t>
            </a:r>
            <a:r>
              <a:rPr lang="ru-RU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rices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C5BB5-2411-468E-A53C-F39E4734CE03}" type="slidenum">
              <a:rPr lang="ru-RU" smtClean="0"/>
              <a:pPr/>
              <a:t>21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Функции  </a:t>
            </a:r>
            <a:r>
              <a:rPr lang="ru-RU" b="1" dirty="0" err="1" smtClean="0"/>
              <a:t>rsort</a:t>
            </a:r>
            <a:r>
              <a:rPr lang="ru-RU" b="1" dirty="0" smtClean="0"/>
              <a:t>(), </a:t>
            </a:r>
            <a:r>
              <a:rPr lang="ru-RU" b="1" dirty="0" err="1" smtClean="0"/>
              <a:t>arsort</a:t>
            </a:r>
            <a:r>
              <a:rPr lang="ru-RU" b="1" dirty="0" smtClean="0"/>
              <a:t>() и </a:t>
            </a:r>
            <a:r>
              <a:rPr lang="ru-RU" b="1" dirty="0" err="1" smtClean="0"/>
              <a:t>krsort</a:t>
            </a:r>
            <a:r>
              <a:rPr lang="ru-RU" b="1" dirty="0" smtClean="0"/>
              <a:t>()</a:t>
            </a:r>
            <a:endParaRPr lang="ru-RU" b="1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ru-RU" dirty="0" smtClean="0"/>
              <a:t>Упорядочивают значения в обратном порядке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C5BB5-2411-468E-A53C-F39E4734CE03}" type="slidenum">
              <a:rPr lang="ru-RU" smtClean="0"/>
              <a:pPr/>
              <a:t>22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Сортировка многомерных массивов. Функция </a:t>
            </a:r>
            <a:r>
              <a:rPr lang="en-US" b="1" dirty="0" err="1" smtClean="0"/>
              <a:t>usort</a:t>
            </a:r>
            <a:r>
              <a:rPr lang="en-US" b="1" dirty="0" smtClean="0"/>
              <a:t>()</a:t>
            </a:r>
            <a:endParaRPr lang="ru-RU" b="1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$products = array(array( "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С1", "Стул", 400 ),</a:t>
            </a:r>
          </a:p>
          <a:p>
            <a:pPr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array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 "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С2", "Стол", 1500 ),</a:t>
            </a:r>
          </a:p>
          <a:p>
            <a:pPr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array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 "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Т1", "Табурет", 250 )) ;</a:t>
            </a:r>
          </a:p>
          <a:p>
            <a:pPr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function compare($x, $y){</a:t>
            </a:r>
          </a:p>
          <a:p>
            <a:pPr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if ( $x[1] == $y[1])	return 0;</a:t>
            </a:r>
          </a:p>
          <a:p>
            <a:pPr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elseif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( $x[1] &lt; $y[1] ) return -1;</a:t>
            </a:r>
          </a:p>
          <a:p>
            <a:pPr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else return 1;</a:t>
            </a:r>
          </a:p>
          <a:p>
            <a:pPr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usort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($products, "compare");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C5BB5-2411-468E-A53C-F39E4734CE03}" type="slidenum">
              <a:rPr lang="ru-RU" smtClean="0"/>
              <a:pPr/>
              <a:t>23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Сортировка многомерных массивов</a:t>
            </a:r>
            <a:endParaRPr lang="ru-RU" b="1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$products = array(array( "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С1", "Стул", 400 ),</a:t>
            </a:r>
          </a:p>
          <a:p>
            <a:pPr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			array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 "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С2", "Стол", 1500 ),</a:t>
            </a:r>
          </a:p>
          <a:p>
            <a:pPr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			array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 "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Т1", "Табурет", 250 )) ;</a:t>
            </a:r>
          </a:p>
          <a:p>
            <a:pPr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function compare($x, $y){</a:t>
            </a:r>
          </a:p>
          <a:p>
            <a:pPr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if ( $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x[2]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== $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y[2])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return 0;</a:t>
            </a:r>
          </a:p>
          <a:p>
            <a:pPr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elseif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( $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x[2]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 $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y[2]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 return -1;</a:t>
            </a:r>
          </a:p>
          <a:p>
            <a:pPr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else return 1;</a:t>
            </a:r>
          </a:p>
          <a:p>
            <a:pPr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usort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($products, "compare");</a:t>
            </a:r>
            <a:endParaRPr lang="ru-RU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ru-RU" dirty="0" smtClean="0"/>
              <a:t>Аналогичные функции: </a:t>
            </a:r>
            <a:r>
              <a:rPr lang="ru-RU" b="1" dirty="0" err="1" smtClean="0"/>
              <a:t>uasort</a:t>
            </a:r>
            <a:r>
              <a:rPr lang="ru-RU" b="1" dirty="0" smtClean="0"/>
              <a:t>() </a:t>
            </a:r>
            <a:r>
              <a:rPr lang="ru-RU" dirty="0" smtClean="0"/>
              <a:t>и </a:t>
            </a:r>
            <a:r>
              <a:rPr lang="ru-RU" b="1" dirty="0" err="1" smtClean="0"/>
              <a:t>uksort</a:t>
            </a:r>
            <a:r>
              <a:rPr lang="ru-RU" b="1" dirty="0" smtClean="0"/>
              <a:t>()</a:t>
            </a:r>
            <a:endParaRPr lang="ru-RU" dirty="0" smtClean="0"/>
          </a:p>
          <a:p>
            <a:pPr>
              <a:buNone/>
            </a:pPr>
            <a:endParaRPr lang="ru-RU" dirty="0" smtClean="0"/>
          </a:p>
          <a:p>
            <a:pPr>
              <a:buNone/>
            </a:pPr>
            <a:endParaRPr lang="ru-RU" dirty="0" smtClean="0"/>
          </a:p>
          <a:p>
            <a:pPr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C5BB5-2411-468E-A53C-F39E4734CE03}" type="slidenum">
              <a:rPr lang="ru-RU" smtClean="0"/>
              <a:pPr/>
              <a:t>24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Сортировка в обратном порядке</a:t>
            </a:r>
            <a:endParaRPr lang="ru-RU" b="1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function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reverseCompare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($x, $y){</a:t>
            </a:r>
          </a:p>
          <a:p>
            <a:pPr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if ( $x[2] == $y[2] )return 0;</a:t>
            </a:r>
          </a:p>
          <a:p>
            <a:pPr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	else if ( $x[2] &lt; $y[2] ) return 1;</a:t>
            </a:r>
          </a:p>
          <a:p>
            <a:pPr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		else return -1;</a:t>
            </a:r>
          </a:p>
          <a:p>
            <a:pPr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usort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($products, "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reverseCompare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");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C5BB5-2411-468E-A53C-F39E4734CE03}" type="slidenum">
              <a:rPr lang="ru-RU" smtClean="0"/>
              <a:pPr/>
              <a:t>25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Функция </a:t>
            </a:r>
            <a:r>
              <a:rPr lang="ru-RU" b="1" dirty="0" err="1" smtClean="0"/>
              <a:t>shuffle</a:t>
            </a:r>
            <a:r>
              <a:rPr lang="ru-RU" b="1" dirty="0" smtClean="0"/>
              <a:t>()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ru-RU" dirty="0" smtClean="0"/>
              <a:t>Функция </a:t>
            </a:r>
            <a:r>
              <a:rPr lang="ru-RU" b="1" dirty="0" err="1" smtClean="0"/>
              <a:t>shuffle</a:t>
            </a:r>
            <a:r>
              <a:rPr lang="ru-RU" b="1" dirty="0" smtClean="0"/>
              <a:t>() </a:t>
            </a:r>
            <a:r>
              <a:rPr lang="ru-RU" dirty="0" smtClean="0"/>
              <a:t>располагает элементы массива в случайном порядке.</a:t>
            </a:r>
          </a:p>
          <a:p>
            <a:pPr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$products = array("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стул", "стол", "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табурет","тумба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", "книжная полка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",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шкаф", "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пуфик","диван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", "кресло") ;</a:t>
            </a:r>
          </a:p>
          <a:p>
            <a:pPr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shuffle($products);</a:t>
            </a:r>
          </a:p>
          <a:p>
            <a:pPr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 ($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0; $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&lt; count($products); $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</a:p>
          <a:p>
            <a:pPr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echo $products[$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 . "&lt;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&gt;" ;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C5BB5-2411-468E-A53C-F39E4734CE03}" type="slidenum">
              <a:rPr lang="ru-RU" smtClean="0"/>
              <a:pPr/>
              <a:t>26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Функция </a:t>
            </a:r>
            <a:r>
              <a:rPr lang="ru-RU" b="1" dirty="0" err="1" smtClean="0"/>
              <a:t>array_reverse</a:t>
            </a:r>
            <a:r>
              <a:rPr lang="ru-RU" b="1" dirty="0" smtClean="0"/>
              <a:t>()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ru-RU" dirty="0" smtClean="0"/>
              <a:t>Функция </a:t>
            </a:r>
            <a:r>
              <a:rPr lang="ru-RU" b="1" dirty="0" err="1" smtClean="0"/>
              <a:t>array_reverse</a:t>
            </a:r>
            <a:r>
              <a:rPr lang="ru-RU" b="1" dirty="0" smtClean="0"/>
              <a:t>() </a:t>
            </a:r>
            <a:r>
              <a:rPr lang="ru-RU" dirty="0" smtClean="0"/>
              <a:t>принимает массив и создает новый массив, элементы которого располагаются в обратном порядке. </a:t>
            </a:r>
          </a:p>
          <a:p>
            <a:pPr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$numbers = range(1,10);</a:t>
            </a:r>
            <a:endParaRPr lang="ru-RU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$numbers =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array_reverse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($numbers);</a:t>
            </a:r>
            <a:endParaRPr lang="ru-RU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ru-RU" dirty="0" smtClean="0"/>
              <a:t>То же самое можно осуществить, используя цикл </a:t>
            </a:r>
            <a:r>
              <a:rPr lang="ru-RU" b="1" dirty="0" err="1" smtClean="0"/>
              <a:t>for</a:t>
            </a:r>
            <a:r>
              <a:rPr lang="ru-RU" b="1" dirty="0" smtClean="0"/>
              <a:t>:</a:t>
            </a:r>
            <a:endParaRPr lang="ru-RU" dirty="0" smtClean="0"/>
          </a:p>
          <a:p>
            <a:pPr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$numbers = array ();</a:t>
            </a:r>
            <a:endParaRPr lang="ru-RU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for($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=10; $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&gt;0; $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--)</a:t>
            </a:r>
            <a:endParaRPr lang="ru-RU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array_push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 $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numbers,$i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);</a:t>
            </a:r>
            <a:endParaRPr lang="ru-RU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C5BB5-2411-468E-A53C-F39E4734CE03}" type="slidenum">
              <a:rPr lang="ru-RU" smtClean="0"/>
              <a:pPr/>
              <a:t>27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Функции для работы с массивами</a:t>
            </a:r>
            <a:endParaRPr lang="ru-RU" b="1" dirty="0"/>
          </a:p>
        </p:txBody>
      </p:sp>
      <p:sp>
        <p:nvSpPr>
          <p:cNvPr id="5" name="Текст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C5BB5-2411-468E-A53C-F39E4734CE03}" type="slidenum">
              <a:rPr lang="ru-RU" smtClean="0"/>
              <a:pPr/>
              <a:t>28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Перемещение внутри массива</a:t>
            </a:r>
            <a:endParaRPr lang="ru-RU" b="1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ru-RU" dirty="0"/>
              <a:t>Функция </a:t>
            </a:r>
            <a:r>
              <a:rPr lang="en-US" b="1" dirty="0" smtClean="0"/>
              <a:t>current</a:t>
            </a:r>
            <a:r>
              <a:rPr lang="ru-RU" b="1" dirty="0" smtClean="0"/>
              <a:t>() </a:t>
            </a:r>
            <a:r>
              <a:rPr lang="ru-RU" dirty="0" smtClean="0"/>
              <a:t>возвращает текущий </a:t>
            </a:r>
            <a:r>
              <a:rPr lang="ru-RU" dirty="0"/>
              <a:t>элемент</a:t>
            </a:r>
            <a:r>
              <a:rPr lang="ru-RU" dirty="0" smtClean="0"/>
              <a:t>.</a:t>
            </a:r>
            <a:endParaRPr lang="en-US" dirty="0" smtClean="0"/>
          </a:p>
          <a:p>
            <a:pPr>
              <a:buNone/>
            </a:pPr>
            <a:r>
              <a:rPr lang="ru-RU" dirty="0" smtClean="0"/>
              <a:t>Функция </a:t>
            </a:r>
            <a:r>
              <a:rPr lang="ru-RU" b="1" dirty="0" err="1" smtClean="0"/>
              <a:t>next</a:t>
            </a:r>
            <a:r>
              <a:rPr lang="ru-RU" b="1" dirty="0" smtClean="0"/>
              <a:t>() </a:t>
            </a:r>
            <a:r>
              <a:rPr lang="ru-RU" dirty="0" smtClean="0"/>
              <a:t>перемещает указатель, а затем возвращает новый текущий элемент.</a:t>
            </a:r>
          </a:p>
          <a:p>
            <a:pPr>
              <a:buNone/>
            </a:pPr>
            <a:r>
              <a:rPr lang="ru-RU" dirty="0" smtClean="0"/>
              <a:t>функция </a:t>
            </a:r>
            <a:r>
              <a:rPr lang="ru-RU" b="1" dirty="0" err="1" smtClean="0"/>
              <a:t>reset</a:t>
            </a:r>
            <a:r>
              <a:rPr lang="ru-RU" b="1" dirty="0" smtClean="0"/>
              <a:t>() </a:t>
            </a:r>
            <a:r>
              <a:rPr lang="ru-RU" dirty="0" smtClean="0"/>
              <a:t>возвращает указатель на первый элемент массива. </a:t>
            </a:r>
          </a:p>
          <a:p>
            <a:pPr>
              <a:buNone/>
            </a:pPr>
            <a:r>
              <a:rPr lang="ru-RU" dirty="0" smtClean="0"/>
              <a:t>Функция</a:t>
            </a:r>
            <a:r>
              <a:rPr lang="ru-RU" b="1" dirty="0" smtClean="0"/>
              <a:t> </a:t>
            </a:r>
            <a:r>
              <a:rPr lang="ru-RU" b="1" dirty="0" err="1" smtClean="0"/>
              <a:t>end</a:t>
            </a:r>
            <a:r>
              <a:rPr lang="ru-RU" b="1" dirty="0" smtClean="0"/>
              <a:t>() </a:t>
            </a:r>
            <a:r>
              <a:rPr lang="ru-RU" dirty="0" smtClean="0"/>
              <a:t>перемещает указатель в конец массива.</a:t>
            </a:r>
          </a:p>
          <a:p>
            <a:pPr>
              <a:buNone/>
            </a:pPr>
            <a:r>
              <a:rPr lang="ru-RU" dirty="0" smtClean="0"/>
              <a:t>Функция </a:t>
            </a:r>
            <a:r>
              <a:rPr lang="ru-RU" b="1" dirty="0" err="1" smtClean="0"/>
              <a:t>prev</a:t>
            </a:r>
            <a:r>
              <a:rPr lang="ru-RU" b="1" dirty="0" smtClean="0"/>
              <a:t>() </a:t>
            </a:r>
            <a:r>
              <a:rPr lang="ru-RU" dirty="0" smtClean="0"/>
              <a:t>перемещает текущий указатель на один элемент назад, а затем возвращает новый текущий элемент.</a:t>
            </a:r>
          </a:p>
          <a:p>
            <a:pPr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C5BB5-2411-468E-A53C-F39E4734CE03}" type="slidenum">
              <a:rPr lang="ru-RU" smtClean="0"/>
              <a:pPr/>
              <a:t>29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Функция </a:t>
            </a:r>
            <a:r>
              <a:rPr lang="ru-RU" b="1" dirty="0" err="1" smtClean="0"/>
              <a:t>array_walk</a:t>
            </a:r>
            <a:r>
              <a:rPr lang="ru-RU" b="1" dirty="0" smtClean="0"/>
              <a:t>()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 err="1" smtClean="0"/>
              <a:t>array_walk</a:t>
            </a:r>
            <a:r>
              <a:rPr lang="en-US" dirty="0" smtClean="0"/>
              <a:t>(array </a:t>
            </a:r>
            <a:r>
              <a:rPr lang="en-US" dirty="0" err="1" smtClean="0"/>
              <a:t>arr</a:t>
            </a:r>
            <a:r>
              <a:rPr lang="en-US" dirty="0" smtClean="0"/>
              <a:t>, string </a:t>
            </a:r>
            <a:r>
              <a:rPr lang="en-US" i="1" dirty="0" err="1" smtClean="0"/>
              <a:t>func</a:t>
            </a:r>
            <a:r>
              <a:rPr lang="en-US" i="1" dirty="0" smtClean="0"/>
              <a:t>, </a:t>
            </a:r>
            <a:r>
              <a:rPr lang="en-US" dirty="0" smtClean="0"/>
              <a:t>[mixed </a:t>
            </a:r>
            <a:r>
              <a:rPr lang="en-US" dirty="0" err="1" smtClean="0"/>
              <a:t>userdata</a:t>
            </a:r>
            <a:r>
              <a:rPr lang="en-US" dirty="0" smtClean="0"/>
              <a:t>])</a:t>
            </a:r>
            <a:endParaRPr lang="ru-RU" dirty="0" smtClean="0"/>
          </a:p>
          <a:p>
            <a:pPr>
              <a:buNone/>
            </a:pPr>
            <a:r>
              <a:rPr lang="ru-RU" dirty="0" smtClean="0"/>
              <a:t>Функция </a:t>
            </a:r>
            <a:r>
              <a:rPr lang="ru-RU" b="1" dirty="0" err="1" smtClean="0"/>
              <a:t>array_walk</a:t>
            </a:r>
            <a:r>
              <a:rPr lang="ru-RU" b="1" dirty="0" smtClean="0"/>
              <a:t>() </a:t>
            </a:r>
            <a:r>
              <a:rPr lang="ru-RU" dirty="0" smtClean="0"/>
              <a:t>принимает три параметра. </a:t>
            </a:r>
          </a:p>
          <a:p>
            <a:pPr>
              <a:buNone/>
            </a:pPr>
            <a:r>
              <a:rPr lang="ru-RU" dirty="0" smtClean="0"/>
              <a:t>Первый, </a:t>
            </a:r>
            <a:r>
              <a:rPr lang="ru-RU" b="1" i="1" dirty="0" err="1" smtClean="0"/>
              <a:t>arr</a:t>
            </a:r>
            <a:r>
              <a:rPr lang="ru-RU" b="1" i="1" dirty="0" smtClean="0"/>
              <a:t> </a:t>
            </a:r>
            <a:r>
              <a:rPr lang="ru-RU" i="1" dirty="0" smtClean="0"/>
              <a:t>–  </a:t>
            </a:r>
            <a:r>
              <a:rPr lang="ru-RU" dirty="0" smtClean="0"/>
              <a:t>массив, который должен быть обработан. </a:t>
            </a:r>
          </a:p>
          <a:p>
            <a:pPr>
              <a:buNone/>
            </a:pPr>
            <a:r>
              <a:rPr lang="ru-RU" dirty="0" smtClean="0"/>
              <a:t>Второй, </a:t>
            </a:r>
            <a:r>
              <a:rPr lang="ru-RU" b="1" i="1" dirty="0" err="1" smtClean="0"/>
              <a:t>func</a:t>
            </a:r>
            <a:r>
              <a:rPr lang="ru-RU" b="1" i="1" dirty="0" smtClean="0"/>
              <a:t> </a:t>
            </a:r>
            <a:r>
              <a:rPr lang="ru-RU" i="1" dirty="0" smtClean="0"/>
              <a:t>— </a:t>
            </a:r>
            <a:r>
              <a:rPr lang="ru-RU" dirty="0" smtClean="0"/>
              <a:t>имя определяемой пользователем функции, которая будет применяться к каждому элементу массива. </a:t>
            </a:r>
          </a:p>
          <a:p>
            <a:pPr>
              <a:buNone/>
            </a:pPr>
            <a:r>
              <a:rPr lang="ru-RU" dirty="0" smtClean="0"/>
              <a:t>Третий параметр, </a:t>
            </a:r>
            <a:r>
              <a:rPr lang="ru-RU" b="1" i="1" dirty="0" err="1" smtClean="0"/>
              <a:t>userdata</a:t>
            </a:r>
            <a:r>
              <a:rPr lang="ru-RU" b="1" i="1" dirty="0" smtClean="0"/>
              <a:t>, </a:t>
            </a:r>
            <a:r>
              <a:rPr lang="ru-RU" dirty="0" smtClean="0"/>
              <a:t>является необязательным. В случае его использования он будет передан определяемой пользователем функции в качестве параметра. </a:t>
            </a:r>
          </a:p>
          <a:p>
            <a:pPr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C5BB5-2411-468E-A53C-F39E4734CE03}" type="slidenum">
              <a:rPr lang="ru-RU" smtClean="0"/>
              <a:pPr/>
              <a:t>30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Функция</a:t>
            </a:r>
            <a:r>
              <a:rPr lang="ru-RU" dirty="0" smtClean="0"/>
              <a:t> </a:t>
            </a:r>
            <a:r>
              <a:rPr lang="ru-RU" b="1" dirty="0" err="1" smtClean="0"/>
              <a:t>array_walk</a:t>
            </a:r>
            <a:r>
              <a:rPr lang="ru-RU" b="1" dirty="0" smtClean="0"/>
              <a:t>()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function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myPrint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($value)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ru-RU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echo "$value&lt;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br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&gt;";</a:t>
            </a:r>
            <a:endParaRPr lang="ru-RU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buNone/>
            </a:pPr>
            <a:r>
              <a:rPr lang="ru-RU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array_walk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($</a:t>
            </a:r>
            <a:r>
              <a:rPr lang="ru-RU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array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ru-RU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myPrint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C5BB5-2411-468E-A53C-F39E4734CE03}" type="slidenum">
              <a:rPr lang="ru-RU" smtClean="0"/>
              <a:pPr/>
              <a:t>31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Подсчет элементов в массиве</a:t>
            </a:r>
            <a:endParaRPr lang="ru-RU" b="1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ru-RU" dirty="0" smtClean="0"/>
              <a:t>Для подсчета количества элементов в массиве использовалась функция </a:t>
            </a:r>
            <a:r>
              <a:rPr lang="ru-RU" b="1" dirty="0" err="1" smtClean="0"/>
              <a:t>count</a:t>
            </a:r>
            <a:r>
              <a:rPr lang="ru-RU" b="1" dirty="0" smtClean="0"/>
              <a:t>(). </a:t>
            </a:r>
          </a:p>
          <a:p>
            <a:pPr>
              <a:buNone/>
            </a:pPr>
            <a:r>
              <a:rPr lang="ru-RU" dirty="0" smtClean="0"/>
              <a:t>Функция </a:t>
            </a:r>
            <a:r>
              <a:rPr lang="ru-RU" b="1" dirty="0" err="1" smtClean="0"/>
              <a:t>sizeof</a:t>
            </a:r>
            <a:r>
              <a:rPr lang="ru-RU" b="1" dirty="0" smtClean="0"/>
              <a:t>() </a:t>
            </a:r>
            <a:r>
              <a:rPr lang="ru-RU" dirty="0" smtClean="0"/>
              <a:t>имеет совершенно такое же назначение. </a:t>
            </a:r>
          </a:p>
          <a:p>
            <a:pPr>
              <a:buNone/>
            </a:pPr>
            <a:r>
              <a:rPr lang="ru-RU" dirty="0" smtClean="0"/>
              <a:t>Функция </a:t>
            </a:r>
            <a:r>
              <a:rPr lang="ru-RU" b="1" dirty="0" err="1" smtClean="0"/>
              <a:t>array_count_values</a:t>
            </a:r>
            <a:r>
              <a:rPr lang="ru-RU" b="1" dirty="0" smtClean="0"/>
              <a:t>() </a:t>
            </a:r>
            <a:r>
              <a:rPr lang="ru-RU" dirty="0" smtClean="0"/>
              <a:t>подсчитывает, сколько раз каждое </a:t>
            </a:r>
            <a:r>
              <a:rPr lang="ru-RU" i="1" dirty="0" smtClean="0"/>
              <a:t>уникальное </a:t>
            </a:r>
            <a:r>
              <a:rPr lang="ru-RU" dirty="0" smtClean="0"/>
              <a:t>значение встречается в массиве.</a:t>
            </a:r>
          </a:p>
          <a:p>
            <a:pPr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$array = array (4, 5, 1, 2, 3, 1, 2, 1) ;</a:t>
            </a:r>
            <a:endParaRPr lang="ru-RU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ас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array_count_values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($array);</a:t>
            </a:r>
            <a:endParaRPr lang="ru-RU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ru-RU" dirty="0" smtClean="0"/>
              <a:t>В массиве:</a:t>
            </a:r>
          </a:p>
          <a:p>
            <a:pPr>
              <a:buNone/>
            </a:pP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=&gt;1,5=&gt;1,1=&gt;3,2=&gt;2,3=&gt;1</a:t>
            </a:r>
            <a:endParaRPr lang="ru-RU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ru-RU" b="1" dirty="0" smtClean="0"/>
              <a:t>  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C5BB5-2411-468E-A53C-F39E4734CE03}" type="slidenum">
              <a:rPr lang="ru-RU" smtClean="0"/>
              <a:pPr/>
              <a:t>32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Деструктуризация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$array = [1, 2, 3]; 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использование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list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list($a, $b, $c) = $array;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или короткий вариант, начиная с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PHP 7.1: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[$a, $b, $c] = $array;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// $a = 1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// $b = 2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// $c = 3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C5BB5-2411-468E-A53C-F39E4734CE03}" type="slidenum">
              <a:rPr lang="ru-RU" smtClean="0"/>
              <a:pPr/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624177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Деструктуризация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$array = [1, 2, 3]; </a:t>
            </a:r>
          </a:p>
          <a:p>
            <a:pPr marL="0" indent="0">
              <a:buNone/>
            </a:pPr>
            <a:endParaRPr lang="en-US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[,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$c] = $array;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// $c = 3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C5BB5-2411-468E-A53C-F39E4734CE03}" type="slidenum">
              <a:rPr lang="ru-RU" smtClean="0"/>
              <a:pPr/>
              <a:t>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723720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Деструктуризация</a:t>
            </a:r>
            <a:r>
              <a:rPr lang="en-US" b="1" dirty="0" smtClean="0"/>
              <a:t> </a:t>
            </a:r>
            <a:r>
              <a:rPr lang="ru-RU" b="1" dirty="0" smtClean="0"/>
              <a:t>ассоциативного массива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798465"/>
            <a:ext cx="10515600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$person = [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'name' =&gt; 'Sergey',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'job' =&gt; 'Developer',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list('job' =&gt; $job) = $person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echo $job; // "Developer"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ru-RU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['name' =&gt; $name] = $array;</a:t>
            </a:r>
            <a:b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echo $name;    // "Sergey"</a:t>
            </a:r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C5BB5-2411-468E-A53C-F39E4734CE03}" type="slidenum">
              <a:rPr lang="ru-RU" smtClean="0"/>
              <a:pPr/>
              <a:t>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736507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Использование деструктуризации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 smtClean="0"/>
              <a:t>Обмен значениями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$a = 'hello';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$b = 'world';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[$a, $b] = [$b, $a];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echo $a; // "world"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echo $b; // "hello"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C5BB5-2411-468E-A53C-F39E4734CE03}" type="slidenum">
              <a:rPr lang="ru-RU" smtClean="0"/>
              <a:pPr/>
              <a:t>36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172965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Использование деструктуризации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/>
              <a:t>Разбор адреса </a:t>
            </a:r>
            <a:r>
              <a:rPr lang="ru-RU" b="1" dirty="0" smtClean="0"/>
              <a:t>(пути) файла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   '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basename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' =&gt; $file,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'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dirname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' =&gt; $directory,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pathinfo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('/products/001/product-1.png');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ru-RU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  'path' =&gt; $path, 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'scheme' =&gt;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scheme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parse_url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('https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://example.com/blog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');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C5BB5-2411-468E-A53C-F39E4734CE03}" type="slidenum">
              <a:rPr lang="ru-RU" smtClean="0"/>
              <a:pPr/>
              <a:t>37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157851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Использование деструктуризации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b="1" dirty="0" smtClean="0"/>
              <a:t>Циклы с многомерными массивами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$array = [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'name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' =&gt; 'a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',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'id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' =&gt;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],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'name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' =&gt; 'b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',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'id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' =&gt;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2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],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foreach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($array as ['id' =&gt; $id, 'name' =&gt; $name]) {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//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endParaRPr lang="ru-RU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echo $id, $name;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C5BB5-2411-468E-A53C-F39E4734CE03}" type="slidenum">
              <a:rPr lang="ru-RU" smtClean="0"/>
              <a:pPr/>
              <a:t>38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203986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Распаковка массива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$arr1 = [1, 2, 3];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$arr2 = [...$arr1]; // [1, 2, 3]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$arr3 = [0, ...$arr1]; // [0, 1, 2, 3]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$arr4 = [...$arr1, ...$arr2, 111]; // [1, 2, 3, 1, 2, 3, 111]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$arr5 = [...$arr1, ...$arr1]; // [1, 2, 3, 1, 2, 3]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function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getArr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return ['a', 'b'];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$arr6 = [...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getArr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(), 'c' =&gt; 'd']; // ['a', 'b', 'c' =&gt; 'd']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C5BB5-2411-468E-A53C-F39E4734CE03}" type="slidenum">
              <a:rPr lang="ru-RU" smtClean="0"/>
              <a:pPr/>
              <a:t>39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728592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</TotalTime>
  <Words>2034</Words>
  <Application>Microsoft Office PowerPoint</Application>
  <PresentationFormat>Широкоэкранный</PresentationFormat>
  <Paragraphs>294</Paragraphs>
  <Slides>39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39</vt:i4>
      </vt:variant>
    </vt:vector>
  </HeadingPairs>
  <TitlesOfParts>
    <vt:vector size="44" baseType="lpstr">
      <vt:lpstr>Arial</vt:lpstr>
      <vt:lpstr>Calibri</vt:lpstr>
      <vt:lpstr>Calibri Light</vt:lpstr>
      <vt:lpstr>Courier New</vt:lpstr>
      <vt:lpstr>Тема Office</vt:lpstr>
      <vt:lpstr>PHP: массивы</vt:lpstr>
      <vt:lpstr>Типы массивов</vt:lpstr>
      <vt:lpstr>Типы массивов</vt:lpstr>
      <vt:lpstr>Численно-индексированные массивы</vt:lpstr>
      <vt:lpstr>Способы создания</vt:lpstr>
      <vt:lpstr>Способ создания массива</vt:lpstr>
      <vt:lpstr>Доступ к элементам массива</vt:lpstr>
      <vt:lpstr>Ассоциативный массив</vt:lpstr>
      <vt:lpstr>Создание массива</vt:lpstr>
      <vt:lpstr>Создание массива</vt:lpstr>
      <vt:lpstr>Организация циклов</vt:lpstr>
      <vt:lpstr>Многомерный массив</vt:lpstr>
      <vt:lpstr>Создание двумерного индексированного массива</vt:lpstr>
      <vt:lpstr>Вывод массива</vt:lpstr>
      <vt:lpstr>Создание двумерного ассоциативного массива</vt:lpstr>
      <vt:lpstr>Вывод массива</vt:lpstr>
      <vt:lpstr>Трехмерный массив</vt:lpstr>
      <vt:lpstr>Сортировка массивов</vt:lpstr>
      <vt:lpstr>Функция sort()</vt:lpstr>
      <vt:lpstr>Функция asort()</vt:lpstr>
      <vt:lpstr>Функция ksort()</vt:lpstr>
      <vt:lpstr>Функции  rsort(), arsort() и krsort()</vt:lpstr>
      <vt:lpstr>Сортировка многомерных массивов. Функция usort()</vt:lpstr>
      <vt:lpstr>Сортировка многомерных массивов</vt:lpstr>
      <vt:lpstr>Сортировка в обратном порядке</vt:lpstr>
      <vt:lpstr>Функция shuffle()</vt:lpstr>
      <vt:lpstr>Функция array_reverse()</vt:lpstr>
      <vt:lpstr>Функции для работы с массивами</vt:lpstr>
      <vt:lpstr>Перемещение внутри массива</vt:lpstr>
      <vt:lpstr>Функция array_walk()</vt:lpstr>
      <vt:lpstr>Функция array_walk()</vt:lpstr>
      <vt:lpstr>Подсчет элементов в массиве</vt:lpstr>
      <vt:lpstr>Деструктуризация</vt:lpstr>
      <vt:lpstr>Деструктуризация</vt:lpstr>
      <vt:lpstr>Деструктуризация ассоциативного массива</vt:lpstr>
      <vt:lpstr>Использование деструктуризации</vt:lpstr>
      <vt:lpstr>Использование деструктуризации</vt:lpstr>
      <vt:lpstr>Использование деструктуризации</vt:lpstr>
      <vt:lpstr>Распаковка массива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PHP: массивы</dc:title>
  <dc:creator>Пользователь Windows</dc:creator>
  <cp:lastModifiedBy>Lector</cp:lastModifiedBy>
  <cp:revision>38</cp:revision>
  <dcterms:created xsi:type="dcterms:W3CDTF">2013-10-02T16:49:28Z</dcterms:created>
  <dcterms:modified xsi:type="dcterms:W3CDTF">2026-01-26T03:36:25Z</dcterms:modified>
</cp:coreProperties>
</file>